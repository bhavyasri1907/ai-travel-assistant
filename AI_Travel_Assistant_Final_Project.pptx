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handoutMasterIdLst>
    <p:handoutMasterId r:id="rId14"/>
  </p:handoutMasterIdLst>
  <p:sldIdLst>
    <p:sldId id="256" r:id="rId2"/>
    <p:sldId id="580" r:id="rId3"/>
    <p:sldId id="582" r:id="rId4"/>
    <p:sldId id="583" r:id="rId5"/>
    <p:sldId id="584" r:id="rId6"/>
    <p:sldId id="585" r:id="rId7"/>
    <p:sldId id="1744" r:id="rId8"/>
    <p:sldId id="1745" r:id="rId9"/>
    <p:sldId id="1746" r:id="rId10"/>
    <p:sldId id="1747" r:id="rId11"/>
    <p:sldId id="1743" r:id="rId12"/>
    <p:sldId id="1748" r:id="rId19"/>
  </p:sldIdLst>
  <p:sldSz cx="12192000" cy="6858000"/>
  <p:notesSz cx="9144000" cy="6858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5pPr>
    <a:lvl6pPr marL="2286000" algn="l" defTabSz="914400" rtl="0" eaLnBrk="1" latinLnBrk="0" hangingPunct="1">
      <a:defRPr kern="1200">
        <a:solidFill>
          <a:schemeClr val="tx1"/>
        </a:solidFill>
        <a:latin typeface="Arial" panose="020B0604020202020204" pitchFamily="34" charset="0"/>
        <a:ea typeface="DejaVu Sans"/>
        <a:cs typeface="DejaVu Sans"/>
      </a:defRPr>
    </a:lvl6pPr>
    <a:lvl7pPr marL="2743200" algn="l" defTabSz="914400" rtl="0" eaLnBrk="1" latinLnBrk="0" hangingPunct="1">
      <a:defRPr kern="1200">
        <a:solidFill>
          <a:schemeClr val="tx1"/>
        </a:solidFill>
        <a:latin typeface="Arial" panose="020B0604020202020204" pitchFamily="34" charset="0"/>
        <a:ea typeface="DejaVu Sans"/>
        <a:cs typeface="DejaVu Sans"/>
      </a:defRPr>
    </a:lvl7pPr>
    <a:lvl8pPr marL="3200400" algn="l" defTabSz="914400" rtl="0" eaLnBrk="1" latinLnBrk="0" hangingPunct="1">
      <a:defRPr kern="1200">
        <a:solidFill>
          <a:schemeClr val="tx1"/>
        </a:solidFill>
        <a:latin typeface="Arial" panose="020B0604020202020204" pitchFamily="34" charset="0"/>
        <a:ea typeface="DejaVu Sans"/>
        <a:cs typeface="DejaVu Sans"/>
      </a:defRPr>
    </a:lvl8pPr>
    <a:lvl9pPr marL="3657600" algn="l" defTabSz="914400" rtl="0" eaLnBrk="1" latinLnBrk="0" hangingPunct="1">
      <a:defRPr kern="1200">
        <a:solidFill>
          <a:schemeClr val="tx1"/>
        </a:solidFill>
        <a:latin typeface="Arial" panose="020B0604020202020204" pitchFamily="34" charset="0"/>
        <a:ea typeface="DejaVu Sans"/>
        <a:cs typeface="DejaVu San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82" d="100"/>
          <a:sy n="82" d="100"/>
        </p:scale>
        <p:origin x="691" y="307"/>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9" d="100"/>
          <a:sy n="59" d="100"/>
        </p:scale>
        <p:origin x="2040" y="5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65606A-C363-7ACB-2625-901CE9D25199}"/>
              </a:ext>
            </a:extLst>
          </p:cNvPr>
          <p:cNvSpPr>
            <a:spLocks noGrp="1"/>
          </p:cNvSpPr>
          <p:nvPr>
            <p:ph type="hdr" sz="quarter"/>
          </p:nvPr>
        </p:nvSpPr>
        <p:spPr>
          <a:xfrm>
            <a:off x="2819400" y="152400"/>
            <a:ext cx="3962400" cy="344488"/>
          </a:xfrm>
          <a:prstGeom prst="rect">
            <a:avLst/>
          </a:prstGeom>
        </p:spPr>
        <p:txBody>
          <a:bodyPr vert="horz" lIns="91440" tIns="45720" rIns="91440" bIns="45720" rtlCol="0"/>
          <a:lstStyle>
            <a:lvl1pPr algn="ctr" eaLnBrk="1" fontAlgn="auto" hangingPunct="1">
              <a:spcBef>
                <a:spcPts val="0"/>
              </a:spcBef>
              <a:spcAft>
                <a:spcPts val="0"/>
              </a:spcAft>
              <a:defRPr sz="1200" b="1">
                <a:latin typeface="+mn-lt"/>
                <a:ea typeface="+mn-ea"/>
                <a:cs typeface="+mn-cs"/>
              </a:defRPr>
            </a:lvl1pPr>
          </a:lstStyle>
          <a:p>
            <a:pPr>
              <a:defRPr/>
            </a:pPr>
            <a:r>
              <a:rPr lang="pt-BR"/>
              <a:t>Aditya University AR20 ADSA UNIT-III HANDOUTS </a:t>
            </a:r>
            <a:endParaRPr lang="en-IN"/>
          </a:p>
        </p:txBody>
      </p:sp>
      <p:sp>
        <p:nvSpPr>
          <p:cNvPr id="4" name="Footer Placeholder 3">
            <a:extLst>
              <a:ext uri="{FF2B5EF4-FFF2-40B4-BE49-F238E27FC236}">
                <a16:creationId xmlns:a16="http://schemas.microsoft.com/office/drawing/2014/main" id="{0E5CB8D5-8BA1-9905-9FF8-464AB5C561F6}"/>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r>
              <a:rPr lang="en-IN"/>
              <a:t>Blog: anilkumarprathipati.wordpress.com</a:t>
            </a:r>
          </a:p>
        </p:txBody>
      </p:sp>
      <p:sp>
        <p:nvSpPr>
          <p:cNvPr id="5" name="Slide Number Placeholder 4">
            <a:extLst>
              <a:ext uri="{FF2B5EF4-FFF2-40B4-BE49-F238E27FC236}">
                <a16:creationId xmlns:a16="http://schemas.microsoft.com/office/drawing/2014/main" id="{670B7CB5-4852-E741-DDC2-85E49DCA907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cs typeface="+mn-cs"/>
              </a:defRPr>
            </a:lvl1pPr>
          </a:lstStyle>
          <a:p>
            <a:pPr>
              <a:defRPr/>
            </a:pPr>
            <a:fld id="{30A133F6-D792-4AEA-BFA0-933B4004C4B4}" type="slidenum">
              <a:rPr lang="en-IN"/>
              <a:pPr>
                <a:defRPr/>
              </a:pPr>
              <a:t>‹#›</a:t>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2" name="PlaceHolder 1">
            <a:extLst>
              <a:ext uri="{FF2B5EF4-FFF2-40B4-BE49-F238E27FC236}">
                <a16:creationId xmlns:a16="http://schemas.microsoft.com/office/drawing/2014/main" id="{0B55F4EC-9480-2D59-8EC1-C37BB189929F}"/>
              </a:ext>
            </a:extLst>
          </p:cNvPr>
          <p:cNvSpPr>
            <a:spLocks noGrp="1" noRot="1" noChangeAspect="1"/>
          </p:cNvSpPr>
          <p:nvPr>
            <p:ph type="sldImg"/>
          </p:nvPr>
        </p:nvSpPr>
        <p:spPr>
          <a:xfrm>
            <a:off x="2667000" y="573088"/>
            <a:ext cx="5027613" cy="2828925"/>
          </a:xfrm>
          <a:prstGeom prst="rect">
            <a:avLst/>
          </a:prstGeom>
        </p:spPr>
        <p:txBody>
          <a:bodyPr lIns="0" tIns="0" rIns="0" bIns="0" anchor="ctr">
            <a:noAutofit/>
          </a:bodyPr>
          <a:lstStyle/>
          <a:p>
            <a:pPr lvl="0"/>
            <a:r>
              <a:rPr lang="en-US" noProof="0"/>
              <a:t>                       </a:t>
            </a:r>
          </a:p>
        </p:txBody>
      </p:sp>
      <p:sp>
        <p:nvSpPr>
          <p:cNvPr id="433" name="PlaceHolder 2">
            <a:extLst>
              <a:ext uri="{FF2B5EF4-FFF2-40B4-BE49-F238E27FC236}">
                <a16:creationId xmlns:a16="http://schemas.microsoft.com/office/drawing/2014/main" id="{A5393630-66D0-8582-DF3B-C3034E379F50}"/>
              </a:ext>
            </a:extLst>
          </p:cNvPr>
          <p:cNvSpPr>
            <a:spLocks noGrp="1"/>
          </p:cNvSpPr>
          <p:nvPr>
            <p:ph type="body"/>
          </p:nvPr>
        </p:nvSpPr>
        <p:spPr>
          <a:xfrm>
            <a:off x="1036638" y="3582988"/>
            <a:ext cx="8289925" cy="3394075"/>
          </a:xfrm>
          <a:prstGeom prst="rect">
            <a:avLst/>
          </a:prstGeom>
        </p:spPr>
        <p:txBody>
          <a:bodyPr lIns="0" tIns="0" rIns="0" bIns="0">
            <a:noAutofit/>
          </a:bodyPr>
          <a:lstStyle/>
          <a:p>
            <a:pPr lvl="0"/>
            <a:r>
              <a:rPr lang="en-US" noProof="0"/>
              <a:t>Click to edit the notes format</a:t>
            </a:r>
          </a:p>
        </p:txBody>
      </p:sp>
      <p:sp>
        <p:nvSpPr>
          <p:cNvPr id="434" name="PlaceHolder 3">
            <a:extLst>
              <a:ext uri="{FF2B5EF4-FFF2-40B4-BE49-F238E27FC236}">
                <a16:creationId xmlns:a16="http://schemas.microsoft.com/office/drawing/2014/main" id="{AB249C8F-2C74-0DD8-5E89-DD8F200F11BA}"/>
              </a:ext>
            </a:extLst>
          </p:cNvPr>
          <p:cNvSpPr>
            <a:spLocks noGrp="1"/>
          </p:cNvSpPr>
          <p:nvPr>
            <p:ph type="hdr"/>
          </p:nvPr>
        </p:nvSpPr>
        <p:spPr>
          <a:xfrm>
            <a:off x="0" y="0"/>
            <a:ext cx="4497388" cy="376238"/>
          </a:xfrm>
          <a:prstGeom prst="rect">
            <a:avLst/>
          </a:prstGeom>
        </p:spPr>
        <p:txBody>
          <a:bodyPr lIns="0" tIns="0" rIns="0" bIns="0">
            <a:noAutofit/>
          </a:bodyPr>
          <a:lstStyle>
            <a:lvl1pPr eaLnBrk="1" fontAlgn="auto" hangingPunct="1">
              <a:spcBef>
                <a:spcPts val="0"/>
              </a:spcBef>
              <a:spcAft>
                <a:spcPts val="0"/>
              </a:spcAft>
              <a:defRPr sz="1400" spc="-1">
                <a:latin typeface="Times New Roman"/>
                <a:ea typeface="+mn-ea"/>
                <a:cs typeface="+mn-cs"/>
              </a:defRPr>
            </a:lvl1pPr>
          </a:lstStyle>
          <a:p>
            <a:pPr>
              <a:defRPr/>
            </a:pPr>
            <a:r>
              <a:rPr lang="en-US"/>
              <a:t>&lt;header&gt;</a:t>
            </a:r>
          </a:p>
        </p:txBody>
      </p:sp>
      <p:sp>
        <p:nvSpPr>
          <p:cNvPr id="435" name="PlaceHolder 4">
            <a:extLst>
              <a:ext uri="{FF2B5EF4-FFF2-40B4-BE49-F238E27FC236}">
                <a16:creationId xmlns:a16="http://schemas.microsoft.com/office/drawing/2014/main" id="{243BA938-9EFE-23F5-96F6-8298C7A28441}"/>
              </a:ext>
            </a:extLst>
          </p:cNvPr>
          <p:cNvSpPr>
            <a:spLocks noGrp="1"/>
          </p:cNvSpPr>
          <p:nvPr>
            <p:ph type="dt"/>
          </p:nvPr>
        </p:nvSpPr>
        <p:spPr>
          <a:xfrm>
            <a:off x="5865813" y="0"/>
            <a:ext cx="4497387" cy="376238"/>
          </a:xfrm>
          <a:prstGeom prst="rect">
            <a:avLst/>
          </a:prstGeom>
        </p:spPr>
        <p:txBody>
          <a:bodyPr lIns="0" tIns="0" rIns="0" bIns="0">
            <a:noAutofit/>
          </a:bodyPr>
          <a:lstStyle>
            <a:lvl1pPr algn="r" eaLnBrk="1" fontAlgn="auto" hangingPunct="1">
              <a:spcBef>
                <a:spcPts val="0"/>
              </a:spcBef>
              <a:spcAft>
                <a:spcPts val="0"/>
              </a:spcAft>
              <a:defRPr sz="1400" spc="-1">
                <a:latin typeface="Times New Roman"/>
                <a:ea typeface="+mn-ea"/>
                <a:cs typeface="+mn-cs"/>
              </a:defRPr>
            </a:lvl1pPr>
          </a:lstStyle>
          <a:p>
            <a:pPr>
              <a:defRPr/>
            </a:pPr>
            <a:r>
              <a:rPr lang="en-US"/>
              <a:t>&lt;date/time&gt;</a:t>
            </a:r>
          </a:p>
        </p:txBody>
      </p:sp>
      <p:sp>
        <p:nvSpPr>
          <p:cNvPr id="436" name="PlaceHolder 5">
            <a:extLst>
              <a:ext uri="{FF2B5EF4-FFF2-40B4-BE49-F238E27FC236}">
                <a16:creationId xmlns:a16="http://schemas.microsoft.com/office/drawing/2014/main" id="{DF418581-4EF0-A330-124B-858D5686BD54}"/>
              </a:ext>
            </a:extLst>
          </p:cNvPr>
          <p:cNvSpPr>
            <a:spLocks noGrp="1"/>
          </p:cNvSpPr>
          <p:nvPr>
            <p:ph type="ftr"/>
          </p:nvPr>
        </p:nvSpPr>
        <p:spPr>
          <a:xfrm>
            <a:off x="0" y="7165975"/>
            <a:ext cx="4497388" cy="377825"/>
          </a:xfrm>
          <a:prstGeom prst="rect">
            <a:avLst/>
          </a:prstGeom>
        </p:spPr>
        <p:txBody>
          <a:bodyPr lIns="0" tIns="0" rIns="0" bIns="0" anchor="b">
            <a:noAutofit/>
          </a:bodyPr>
          <a:lstStyle>
            <a:lvl1pPr eaLnBrk="1" fontAlgn="auto" hangingPunct="1">
              <a:spcBef>
                <a:spcPts val="0"/>
              </a:spcBef>
              <a:spcAft>
                <a:spcPts val="0"/>
              </a:spcAft>
              <a:defRPr sz="1400" spc="-1">
                <a:latin typeface="Times New Roman"/>
                <a:ea typeface="+mn-ea"/>
                <a:cs typeface="+mn-cs"/>
              </a:defRPr>
            </a:lvl1pPr>
          </a:lstStyle>
          <a:p>
            <a:pPr>
              <a:defRPr/>
            </a:pPr>
            <a:r>
              <a:rPr lang="en-US"/>
              <a:t>&lt;footer&gt;</a:t>
            </a:r>
          </a:p>
        </p:txBody>
      </p:sp>
      <p:sp>
        <p:nvSpPr>
          <p:cNvPr id="437" name="PlaceHolder 6">
            <a:extLst>
              <a:ext uri="{FF2B5EF4-FFF2-40B4-BE49-F238E27FC236}">
                <a16:creationId xmlns:a16="http://schemas.microsoft.com/office/drawing/2014/main" id="{11D59757-F467-9B0B-314E-34C00FDEE8E5}"/>
              </a:ext>
            </a:extLst>
          </p:cNvPr>
          <p:cNvSpPr>
            <a:spLocks noGrp="1"/>
          </p:cNvSpPr>
          <p:nvPr>
            <p:ph type="sldNum"/>
          </p:nvPr>
        </p:nvSpPr>
        <p:spPr>
          <a:xfrm>
            <a:off x="5865813" y="7165975"/>
            <a:ext cx="4497387" cy="377825"/>
          </a:xfrm>
          <a:prstGeom prst="rect">
            <a:avLst/>
          </a:prstGeom>
        </p:spPr>
        <p:txBody>
          <a:bodyPr lIns="0" tIns="0" rIns="0" bIns="0" anchor="b">
            <a:noAutofit/>
          </a:bodyPr>
          <a:lstStyle>
            <a:lvl1pPr algn="r" eaLnBrk="1" fontAlgn="auto" hangingPunct="1">
              <a:spcBef>
                <a:spcPts val="0"/>
              </a:spcBef>
              <a:spcAft>
                <a:spcPts val="0"/>
              </a:spcAft>
              <a:defRPr sz="1400" spc="-1">
                <a:latin typeface="Times New Roman"/>
                <a:ea typeface="+mn-ea"/>
                <a:cs typeface="+mn-cs"/>
              </a:defRPr>
            </a:lvl1pPr>
          </a:lstStyle>
          <a:p>
            <a:pPr>
              <a:defRPr/>
            </a:pPr>
            <a:fld id="{8AD7C230-7465-4130-A672-E145510DAD0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D97C3A0D-2A46-5A6E-B768-82FBF1E10F25}"/>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483" name="Notes Placeholder 2">
            <a:extLst>
              <a:ext uri="{FF2B5EF4-FFF2-40B4-BE49-F238E27FC236}">
                <a16:creationId xmlns:a16="http://schemas.microsoft.com/office/drawing/2014/main" id="{3C15F159-DB6B-807D-23C2-CDFA6CB5C0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6A3F5314-7752-8834-EE24-BAF3B99FA197}"/>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93A5C425-2FEF-46E9-82C1-F3C1135FEC62}" type="slidenum">
              <a:rPr lang="en-US" altLang="en-US" sz="1200" smtClean="0">
                <a:solidFill>
                  <a:srgbClr val="000000"/>
                </a:solidFill>
                <a:latin typeface="Calibri" panose="020F0502020204030204" pitchFamily="34" charset="0"/>
              </a:rPr>
              <a:pPr fontAlgn="base">
                <a:spcBef>
                  <a:spcPct val="0"/>
                </a:spcBef>
                <a:spcAft>
                  <a:spcPct val="0"/>
                </a:spcAft>
                <a:defRPr/>
              </a:pPr>
              <a:t>1</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7C514656-2C15-286E-4D7D-AE42488453EC}"/>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2531" name="Notes Placeholder 2">
            <a:extLst>
              <a:ext uri="{FF2B5EF4-FFF2-40B4-BE49-F238E27FC236}">
                <a16:creationId xmlns:a16="http://schemas.microsoft.com/office/drawing/2014/main" id="{2F8C98C4-002A-FAA7-B17B-9E20CEFFE4E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41611FFD-5E7C-FC34-44BA-BF121676D494}"/>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22C151AB-177C-44F4-9CFA-091E031C09A1}" type="slidenum">
              <a:rPr lang="en-US" altLang="en-US" sz="1200" smtClean="0">
                <a:solidFill>
                  <a:srgbClr val="000000"/>
                </a:solidFill>
                <a:latin typeface="Calibri" panose="020F0502020204030204" pitchFamily="34" charset="0"/>
              </a:rPr>
              <a:pPr fontAlgn="base">
                <a:spcBef>
                  <a:spcPct val="0"/>
                </a:spcBef>
                <a:spcAft>
                  <a:spcPct val="0"/>
                </a:spcAft>
                <a:defRPr/>
              </a:pPr>
              <a:t>2</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06562A23-9A88-8C64-4ED8-F44EB4D45264}"/>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4579" name="Notes Placeholder 2">
            <a:extLst>
              <a:ext uri="{FF2B5EF4-FFF2-40B4-BE49-F238E27FC236}">
                <a16:creationId xmlns:a16="http://schemas.microsoft.com/office/drawing/2014/main" id="{1A5273E9-73C3-A403-2BD0-A7EF8F6E12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E0CC59D0-7820-43F5-3817-4BBB133E638F}"/>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4060A904-C083-4642-8CFB-626A64BE2C76}" type="slidenum">
              <a:rPr lang="en-US" altLang="en-US" sz="1200" smtClean="0">
                <a:solidFill>
                  <a:srgbClr val="000000"/>
                </a:solidFill>
                <a:latin typeface="Calibri" panose="020F0502020204030204" pitchFamily="34" charset="0"/>
              </a:rPr>
              <a:pPr fontAlgn="base">
                <a:spcBef>
                  <a:spcPct val="0"/>
                </a:spcBef>
                <a:spcAft>
                  <a:spcPct val="0"/>
                </a:spcAft>
                <a:defRPr/>
              </a:pPr>
              <a:t>3</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4062B85-0671-F300-7CAC-F72AA3C30040}"/>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6627" name="Notes Placeholder 2">
            <a:extLst>
              <a:ext uri="{FF2B5EF4-FFF2-40B4-BE49-F238E27FC236}">
                <a16:creationId xmlns:a16="http://schemas.microsoft.com/office/drawing/2014/main" id="{09C3A8E4-5446-7B10-45AB-2B9D2EC494F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5FF2F486-471E-646F-E620-419A40A85D94}"/>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C9DAEA68-D8D4-45A0-8906-489705AB34E9}" type="slidenum">
              <a:rPr lang="en-US" altLang="en-US" sz="1200" smtClean="0">
                <a:solidFill>
                  <a:srgbClr val="000000"/>
                </a:solidFill>
                <a:latin typeface="Calibri" panose="020F0502020204030204" pitchFamily="34" charset="0"/>
              </a:rPr>
              <a:pPr fontAlgn="base">
                <a:spcBef>
                  <a:spcPct val="0"/>
                </a:spcBef>
                <a:spcAft>
                  <a:spcPct val="0"/>
                </a:spcAft>
                <a:defRPr/>
              </a:pPr>
              <a:t>4</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907636A-F9B0-10FD-26AD-1A2C67326C6E}"/>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8675" name="Notes Placeholder 2">
            <a:extLst>
              <a:ext uri="{FF2B5EF4-FFF2-40B4-BE49-F238E27FC236}">
                <a16:creationId xmlns:a16="http://schemas.microsoft.com/office/drawing/2014/main" id="{A5D190E4-98C4-6413-666B-3CA13D4281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79F45872-C1A2-2EFA-4831-C42F31D02CA6}"/>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389AF77D-AE03-45EA-AA42-C5AE3E8F4F98}" type="slidenum">
              <a:rPr lang="en-US" altLang="en-US" sz="1200" smtClean="0">
                <a:solidFill>
                  <a:srgbClr val="000000"/>
                </a:solidFill>
                <a:latin typeface="Calibri" panose="020F0502020204030204" pitchFamily="34" charset="0"/>
              </a:rPr>
              <a:pPr fontAlgn="base">
                <a:spcBef>
                  <a:spcPct val="0"/>
                </a:spcBef>
                <a:spcAft>
                  <a:spcPct val="0"/>
                </a:spcAft>
                <a:defRPr/>
              </a:pPr>
              <a:t>5</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95343D61-2AF3-9BD8-C963-BBE61D0C0E4A}"/>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23" name="Notes Placeholder 2">
            <a:extLst>
              <a:ext uri="{FF2B5EF4-FFF2-40B4-BE49-F238E27FC236}">
                <a16:creationId xmlns:a16="http://schemas.microsoft.com/office/drawing/2014/main" id="{B62BCB77-A5A0-A008-D8B2-65C2A42BAEC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9CF720EB-FCB0-54A6-C545-FA5FD9341CE1}"/>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6D74F478-EEE5-4C71-984E-573111240D4F}" type="slidenum">
              <a:rPr lang="en-US" altLang="en-US" sz="1200" smtClean="0">
                <a:solidFill>
                  <a:srgbClr val="000000"/>
                </a:solidFill>
                <a:latin typeface="Calibri" panose="020F0502020204030204" pitchFamily="34" charset="0"/>
              </a:rPr>
              <a:pPr fontAlgn="base">
                <a:spcBef>
                  <a:spcPct val="0"/>
                </a:spcBef>
                <a:spcAft>
                  <a:spcPct val="0"/>
                </a:spcAft>
                <a:defRPr/>
              </a:pPr>
              <a:t>6</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1769A4A3-6995-6798-FFEE-473656C64AE5}"/>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2771" name="Notes Placeholder 2">
            <a:extLst>
              <a:ext uri="{FF2B5EF4-FFF2-40B4-BE49-F238E27FC236}">
                <a16:creationId xmlns:a16="http://schemas.microsoft.com/office/drawing/2014/main" id="{4DE3D584-46DF-BCA7-89E0-B564224DACF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E1830CD9-3E15-545F-A4AD-D3D410B04CFA}"/>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81467F27-77D2-46E7-A874-486C8A630E36}" type="slidenum">
              <a:rPr lang="en-US" altLang="en-US" sz="1200" smtClean="0">
                <a:solidFill>
                  <a:srgbClr val="000000"/>
                </a:solidFill>
                <a:latin typeface="Calibri" panose="020F0502020204030204" pitchFamily="34" charset="0"/>
              </a:rPr>
              <a:pPr fontAlgn="base">
                <a:spcBef>
                  <a:spcPct val="0"/>
                </a:spcBef>
                <a:spcAft>
                  <a:spcPct val="0"/>
                </a:spcAft>
                <a:defRPr/>
              </a:pPr>
              <a:t>7</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006F50A-7FF8-BC3B-B4C5-CCC3F285AD82}"/>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4819" name="Notes Placeholder 2">
            <a:extLst>
              <a:ext uri="{FF2B5EF4-FFF2-40B4-BE49-F238E27FC236}">
                <a16:creationId xmlns:a16="http://schemas.microsoft.com/office/drawing/2014/main" id="{D403A01B-C658-3015-ACBE-FD7150F345D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56D1A140-5F3F-2F7E-0A42-91CE94DF8DDB}"/>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092000E8-9AA0-4D0F-B4DE-9582B76CD9B9}" type="slidenum">
              <a:rPr lang="en-US" altLang="en-US" sz="1200" smtClean="0">
                <a:solidFill>
                  <a:srgbClr val="000000"/>
                </a:solidFill>
                <a:latin typeface="Calibri" panose="020F0502020204030204" pitchFamily="34" charset="0"/>
              </a:rPr>
              <a:pPr fontAlgn="base">
                <a:spcBef>
                  <a:spcPct val="0"/>
                </a:spcBef>
                <a:spcAft>
                  <a:spcPct val="0"/>
                </a:spcAft>
                <a:defRPr/>
              </a:pPr>
              <a:t>8</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3F052D4-EBEC-4937-462B-DA0A42D7446E}"/>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6867" name="Notes Placeholder 2">
            <a:extLst>
              <a:ext uri="{FF2B5EF4-FFF2-40B4-BE49-F238E27FC236}">
                <a16:creationId xmlns:a16="http://schemas.microsoft.com/office/drawing/2014/main" id="{EF8309D5-1CB7-AF24-5547-F331DB29CBD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1F044EB9-E374-53EE-9ACD-788BA93349AB}"/>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022561B4-10C7-4F44-85D0-269302C3C229}" type="slidenum">
              <a:rPr lang="en-US" altLang="en-US" sz="1200" smtClean="0">
                <a:solidFill>
                  <a:srgbClr val="000000"/>
                </a:solidFill>
                <a:latin typeface="Calibri" panose="020F0502020204030204" pitchFamily="34" charset="0"/>
              </a:rPr>
              <a:pPr fontAlgn="base">
                <a:spcBef>
                  <a:spcPct val="0"/>
                </a:spcBef>
                <a:spcAft>
                  <a:spcPct val="0"/>
                </a:spcAft>
                <a:defRPr/>
              </a:pPr>
              <a:t>9</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34ACE416-1473-C6BF-B647-820D1FA6A920}"/>
              </a:ext>
            </a:extLst>
          </p:cNvPr>
          <p:cNvSpPr>
            <a:spLocks noGrp="1" noRot="1" noChangeAspect="1" noChangeArrowheads="1" noTextEdit="1"/>
          </p:cNvSpPr>
          <p:nvPr>
            <p:ph type="sldImg"/>
          </p:nvPr>
        </p:nvSpPr>
        <p:spPr bwMode="auto">
          <a:xfrm>
            <a:off x="381000" y="685800"/>
            <a:ext cx="6096000"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8915" name="Notes Placeholder 2">
            <a:extLst>
              <a:ext uri="{FF2B5EF4-FFF2-40B4-BE49-F238E27FC236}">
                <a16:creationId xmlns:a16="http://schemas.microsoft.com/office/drawing/2014/main" id="{03101044-C4AE-13D1-E2B0-6840475498E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a:extLst>
              <a:ext uri="{FF2B5EF4-FFF2-40B4-BE49-F238E27FC236}">
                <a16:creationId xmlns:a16="http://schemas.microsoft.com/office/drawing/2014/main" id="{8C322E03-691F-FB23-B36D-C81B38F3DD7A}"/>
              </a:ext>
            </a:extLst>
          </p:cNvPr>
          <p:cNvSpPr>
            <a:spLocks noGrp="1" noChangeArrowheads="1"/>
          </p:cNvSpPr>
          <p:nvPr>
            <p:ph type="sldNum" sz="quarter"/>
          </p:nvPr>
        </p:nvSpPr>
        <p:spPr bwMode="auto"/>
        <p:txBody>
          <a:bodyPr vert="horz" wrap="square" numCol="1" anchorCtr="0" compatLnSpc="1">
            <a:prstTxWarp prst="textNoShape">
              <a:avLst/>
            </a:prstTxWarp>
          </a:bodyPr>
          <a:lstStyle>
            <a:lvl1pPr defTabSz="457200">
              <a:defRPr>
                <a:solidFill>
                  <a:schemeClr val="tx1"/>
                </a:solidFill>
                <a:latin typeface="Arial" panose="020B0604020202020204" pitchFamily="34" charset="0"/>
                <a:ea typeface="DejaVu Sans"/>
                <a:cs typeface="DejaVu Sans"/>
              </a:defRPr>
            </a:lvl1pPr>
            <a:lvl2pPr marL="742950" indent="-285750" defTabSz="457200">
              <a:defRPr>
                <a:solidFill>
                  <a:schemeClr val="tx1"/>
                </a:solidFill>
                <a:latin typeface="Arial" panose="020B0604020202020204" pitchFamily="34" charset="0"/>
                <a:ea typeface="DejaVu Sans"/>
                <a:cs typeface="DejaVu Sans"/>
              </a:defRPr>
            </a:lvl2pPr>
            <a:lvl3pPr marL="1143000" indent="-228600" defTabSz="457200">
              <a:defRPr>
                <a:solidFill>
                  <a:schemeClr val="tx1"/>
                </a:solidFill>
                <a:latin typeface="Arial" panose="020B0604020202020204" pitchFamily="34" charset="0"/>
                <a:ea typeface="DejaVu Sans"/>
                <a:cs typeface="DejaVu Sans"/>
              </a:defRPr>
            </a:lvl3pPr>
            <a:lvl4pPr marL="1600200" indent="-228600" defTabSz="457200">
              <a:defRPr>
                <a:solidFill>
                  <a:schemeClr val="tx1"/>
                </a:solidFill>
                <a:latin typeface="Arial" panose="020B0604020202020204" pitchFamily="34" charset="0"/>
                <a:ea typeface="DejaVu Sans"/>
                <a:cs typeface="DejaVu Sans"/>
              </a:defRPr>
            </a:lvl4pPr>
            <a:lvl5pPr marL="2057400" indent="-228600" defTabSz="457200">
              <a:defRPr>
                <a:solidFill>
                  <a:schemeClr val="tx1"/>
                </a:solidFill>
                <a:latin typeface="Arial" panose="020B0604020202020204" pitchFamily="34" charset="0"/>
                <a:ea typeface="DejaVu Sans"/>
                <a:cs typeface="DejaVu Sans"/>
              </a:defRPr>
            </a:lvl5pPr>
            <a:lvl6pPr marL="25146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fontAlgn="base">
              <a:spcBef>
                <a:spcPct val="0"/>
              </a:spcBef>
              <a:spcAft>
                <a:spcPct val="0"/>
              </a:spcAft>
              <a:defRPr>
                <a:solidFill>
                  <a:schemeClr val="tx1"/>
                </a:solidFill>
                <a:latin typeface="Arial" panose="020B0604020202020204" pitchFamily="34" charset="0"/>
                <a:ea typeface="DejaVu Sans"/>
                <a:cs typeface="DejaVu Sans"/>
              </a:defRPr>
            </a:lvl9pPr>
          </a:lstStyle>
          <a:p>
            <a:pPr fontAlgn="base">
              <a:spcBef>
                <a:spcPct val="0"/>
              </a:spcBef>
              <a:spcAft>
                <a:spcPct val="0"/>
              </a:spcAft>
              <a:defRPr/>
            </a:pPr>
            <a:fld id="{84CA1792-4358-4887-8219-C9A7EFC76DFC}" type="slidenum">
              <a:rPr lang="en-US" altLang="en-US" sz="1200" smtClean="0">
                <a:solidFill>
                  <a:srgbClr val="000000"/>
                </a:solidFill>
                <a:latin typeface="Calibri" panose="020F0502020204030204" pitchFamily="34" charset="0"/>
              </a:rPr>
              <a:pPr fontAlgn="base">
                <a:spcBef>
                  <a:spcPct val="0"/>
                </a:spcBef>
                <a:spcAft>
                  <a:spcPct val="0"/>
                </a:spcAft>
                <a:defRPr/>
              </a:pPr>
              <a:t>10</a:t>
            </a:fld>
            <a:endParaRPr lang="en-US" altLang="en-US" sz="1200">
              <a:solidFill>
                <a:srgbClr val="000000"/>
              </a:solidFill>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F9254CEC-19C0-A79C-6F39-CF10BC1EAF8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ECE1AB03-EB5D-EB91-9263-B6A6796D2C27}"/>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2FC0132C-6EF2-45C6-AFA3-547B01A792C4}"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4" name="Date Placeholder 5">
            <a:extLst>
              <a:ext uri="{FF2B5EF4-FFF2-40B4-BE49-F238E27FC236}">
                <a16:creationId xmlns:a16="http://schemas.microsoft.com/office/drawing/2014/main" id="{73BA0D41-657B-808D-9243-0ECF2E2EE910}"/>
              </a:ext>
            </a:extLst>
          </p:cNvPr>
          <p:cNvSpPr>
            <a:spLocks noGrp="1"/>
          </p:cNvSpPr>
          <p:nvPr>
            <p:ph type="dt" sz="half" idx="10"/>
          </p:nvPr>
        </p:nvSpPr>
        <p:spPr/>
        <p:txBody>
          <a:bodyPr/>
          <a:lstStyle>
            <a:lvl1pPr>
              <a:defRPr/>
            </a:lvl1pPr>
          </a:lstStyle>
          <a:p>
            <a:pPr>
              <a:defRPr/>
            </a:pPr>
            <a:fld id="{22C85503-476C-4C7F-96A1-6516EA369A29}" type="datetime1">
              <a:rPr lang="en-IN"/>
              <a:pPr>
                <a:defRPr/>
              </a:pPr>
              <a:t>30-09-2026</a:t>
            </a:fld>
            <a:endParaRPr lang="en-IN" dirty="0"/>
          </a:p>
        </p:txBody>
      </p:sp>
      <p:sp>
        <p:nvSpPr>
          <p:cNvPr id="5" name="Footer Placeholder 6">
            <a:extLst>
              <a:ext uri="{FF2B5EF4-FFF2-40B4-BE49-F238E27FC236}">
                <a16:creationId xmlns:a16="http://schemas.microsoft.com/office/drawing/2014/main" id="{FE22426E-9052-21A7-3B20-09D9A12871C0}"/>
              </a:ext>
            </a:extLst>
          </p:cNvPr>
          <p:cNvSpPr>
            <a:spLocks noGrp="1"/>
          </p:cNvSpPr>
          <p:nvPr>
            <p:ph type="ftr" sz="quarter" idx="11"/>
          </p:nvPr>
        </p:nvSpPr>
        <p:spPr>
          <a:xfrm>
            <a:off x="2590800" y="6338888"/>
            <a:ext cx="5562600" cy="365125"/>
          </a:xfrm>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BF51B640-656E-4FAD-ED5E-D3FA2F70B1A2}"/>
              </a:ext>
            </a:extLst>
          </p:cNvPr>
          <p:cNvSpPr>
            <a:spLocks noGrp="1"/>
          </p:cNvSpPr>
          <p:nvPr>
            <p:ph type="sldNum" sz="quarter" idx="12"/>
          </p:nvPr>
        </p:nvSpPr>
        <p:spPr/>
        <p:txBody>
          <a:bodyPr/>
          <a:lstStyle>
            <a:lvl1pPr>
              <a:defRPr/>
            </a:lvl1pPr>
          </a:lstStyle>
          <a:p>
            <a:pPr>
              <a:defRPr/>
            </a:pPr>
            <a:fld id="{DEF42A84-BD6B-4DBD-8481-E5633BC8F806}" type="slidenum">
              <a:rPr lang="en-IN"/>
              <a:pPr>
                <a:defRPr/>
              </a:pPr>
              <a:t>‹#›</a:t>
            </a:fld>
            <a:endParaRPr lang="en-IN"/>
          </a:p>
        </p:txBody>
      </p:sp>
    </p:spTree>
    <p:extLst>
      <p:ext uri="{BB962C8B-B14F-4D97-AF65-F5344CB8AC3E}">
        <p14:creationId xmlns:p14="http://schemas.microsoft.com/office/powerpoint/2010/main" val="576871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2C1CBAF-4B42-BEA5-663A-B4412E66C42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883428E4-11DB-7CD4-570E-81F621AEBD69}"/>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DDE8D390-E691-4B4C-8E02-14EA4049B571}"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4" name="Date Placeholder 5">
            <a:extLst>
              <a:ext uri="{FF2B5EF4-FFF2-40B4-BE49-F238E27FC236}">
                <a16:creationId xmlns:a16="http://schemas.microsoft.com/office/drawing/2014/main" id="{B3E58C07-2C2E-E73C-C29D-B500EB5E54A0}"/>
              </a:ext>
            </a:extLst>
          </p:cNvPr>
          <p:cNvSpPr>
            <a:spLocks noGrp="1"/>
          </p:cNvSpPr>
          <p:nvPr>
            <p:ph type="dt" sz="half" idx="10"/>
          </p:nvPr>
        </p:nvSpPr>
        <p:spPr/>
        <p:txBody>
          <a:bodyPr/>
          <a:lstStyle>
            <a:lvl1pPr>
              <a:defRPr/>
            </a:lvl1pPr>
          </a:lstStyle>
          <a:p>
            <a:pPr>
              <a:defRPr/>
            </a:pPr>
            <a:fld id="{9E3ED5FF-3363-4F70-917C-5387D9F34798}" type="datetime1">
              <a:rPr lang="en-IN"/>
              <a:pPr>
                <a:defRPr/>
              </a:pPr>
              <a:t>30-09-2026</a:t>
            </a:fld>
            <a:endParaRPr lang="en-IN" dirty="0"/>
          </a:p>
        </p:txBody>
      </p:sp>
      <p:sp>
        <p:nvSpPr>
          <p:cNvPr id="5" name="Footer Placeholder 6">
            <a:extLst>
              <a:ext uri="{FF2B5EF4-FFF2-40B4-BE49-F238E27FC236}">
                <a16:creationId xmlns:a16="http://schemas.microsoft.com/office/drawing/2014/main" id="{94EDA080-98C8-F8AB-7449-406E4A4F0908}"/>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43428F8C-37A2-2E9C-1D36-323AAF9D4838}"/>
              </a:ext>
            </a:extLst>
          </p:cNvPr>
          <p:cNvSpPr>
            <a:spLocks noGrp="1"/>
          </p:cNvSpPr>
          <p:nvPr>
            <p:ph type="sldNum" sz="quarter" idx="12"/>
          </p:nvPr>
        </p:nvSpPr>
        <p:spPr/>
        <p:txBody>
          <a:bodyPr/>
          <a:lstStyle>
            <a:lvl1pPr>
              <a:defRPr/>
            </a:lvl1pPr>
          </a:lstStyle>
          <a:p>
            <a:pPr>
              <a:defRPr/>
            </a:pPr>
            <a:fld id="{3D36B063-176E-418B-8AEB-12474004DE6C}" type="slidenum">
              <a:rPr lang="en-IN"/>
              <a:pPr>
                <a:defRPr/>
              </a:pPr>
              <a:t>‹#›</a:t>
            </a:fld>
            <a:endParaRPr lang="en-IN"/>
          </a:p>
        </p:txBody>
      </p:sp>
    </p:spTree>
    <p:extLst>
      <p:ext uri="{BB962C8B-B14F-4D97-AF65-F5344CB8AC3E}">
        <p14:creationId xmlns:p14="http://schemas.microsoft.com/office/powerpoint/2010/main" val="2201332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6A7F8E3-F35B-FA90-1DF0-1B6D7E7F63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B6367E03-4391-BE57-6328-ADB119A1F64F}"/>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3FE3FF84-4D79-4B76-8B0F-0D22ECDC5FF2}"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4" name="Date Placeholder 5">
            <a:extLst>
              <a:ext uri="{FF2B5EF4-FFF2-40B4-BE49-F238E27FC236}">
                <a16:creationId xmlns:a16="http://schemas.microsoft.com/office/drawing/2014/main" id="{42D690D8-E4D7-C4AB-C65F-738BFEB83CD0}"/>
              </a:ext>
            </a:extLst>
          </p:cNvPr>
          <p:cNvSpPr>
            <a:spLocks noGrp="1"/>
          </p:cNvSpPr>
          <p:nvPr>
            <p:ph type="dt" sz="half" idx="10"/>
          </p:nvPr>
        </p:nvSpPr>
        <p:spPr/>
        <p:txBody>
          <a:bodyPr/>
          <a:lstStyle>
            <a:lvl1pPr>
              <a:defRPr/>
            </a:lvl1pPr>
          </a:lstStyle>
          <a:p>
            <a:pPr>
              <a:defRPr/>
            </a:pPr>
            <a:fld id="{4D3D2C22-5E31-4D6F-AC8C-1D653F2A936D}" type="datetime1">
              <a:rPr lang="en-IN"/>
              <a:pPr>
                <a:defRPr/>
              </a:pPr>
              <a:t>30-09-2026</a:t>
            </a:fld>
            <a:endParaRPr lang="en-IN" dirty="0"/>
          </a:p>
        </p:txBody>
      </p:sp>
      <p:sp>
        <p:nvSpPr>
          <p:cNvPr id="5" name="Footer Placeholder 6">
            <a:extLst>
              <a:ext uri="{FF2B5EF4-FFF2-40B4-BE49-F238E27FC236}">
                <a16:creationId xmlns:a16="http://schemas.microsoft.com/office/drawing/2014/main" id="{822B89C1-CE1C-C2BA-C7A8-D03D169EDF3A}"/>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FC2E87B3-B38E-95B5-2B9C-F464AC4B4EC2}"/>
              </a:ext>
            </a:extLst>
          </p:cNvPr>
          <p:cNvSpPr>
            <a:spLocks noGrp="1"/>
          </p:cNvSpPr>
          <p:nvPr>
            <p:ph type="sldNum" sz="quarter" idx="12"/>
          </p:nvPr>
        </p:nvSpPr>
        <p:spPr/>
        <p:txBody>
          <a:bodyPr/>
          <a:lstStyle>
            <a:lvl1pPr>
              <a:defRPr/>
            </a:lvl1pPr>
          </a:lstStyle>
          <a:p>
            <a:pPr>
              <a:defRPr/>
            </a:pPr>
            <a:fld id="{55366556-B070-491B-AF96-F1B588F9B8A0}" type="slidenum">
              <a:rPr lang="en-IN"/>
              <a:pPr>
                <a:defRPr/>
              </a:pPr>
              <a:t>‹#›</a:t>
            </a:fld>
            <a:endParaRPr lang="en-IN"/>
          </a:p>
        </p:txBody>
      </p:sp>
    </p:spTree>
    <p:extLst>
      <p:ext uri="{BB962C8B-B14F-4D97-AF65-F5344CB8AC3E}">
        <p14:creationId xmlns:p14="http://schemas.microsoft.com/office/powerpoint/2010/main" val="3361539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35CDC07-8832-A3E2-245A-B748887ED75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BFE7813C-304B-1270-33FF-840BFBFB72AC}"/>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6676D1C3-D744-42C8-8D75-EF3CF7D51901}"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8"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9" name="PlaceHolder 2"/>
          <p:cNvSpPr>
            <a:spLocks noGrp="1"/>
          </p:cNvSpPr>
          <p:nvPr>
            <p:ph type="body"/>
          </p:nvPr>
        </p:nvSpPr>
        <p:spPr>
          <a:xfrm>
            <a:off x="609600" y="1604520"/>
            <a:ext cx="5354400" cy="3977280"/>
          </a:xfrm>
          <a:prstGeom prst="rect">
            <a:avLst/>
          </a:prstGeom>
        </p:spPr>
        <p:txBody>
          <a:bodyPr/>
          <a:lstStyle/>
          <a:p>
            <a:endParaRPr lang="en-US"/>
          </a:p>
        </p:txBody>
      </p:sp>
      <p:sp>
        <p:nvSpPr>
          <p:cNvPr id="10" name="PlaceHolder 3"/>
          <p:cNvSpPr>
            <a:spLocks noGrp="1"/>
          </p:cNvSpPr>
          <p:nvPr>
            <p:ph type="body"/>
          </p:nvPr>
        </p:nvSpPr>
        <p:spPr>
          <a:xfrm>
            <a:off x="6232320" y="1604520"/>
            <a:ext cx="5354400" cy="3977280"/>
          </a:xfrm>
          <a:prstGeom prst="rect">
            <a:avLst/>
          </a:prstGeom>
        </p:spPr>
        <p:txBody>
          <a:bodyPr/>
          <a:lstStyle/>
          <a:p>
            <a:endParaRPr lang="en-US"/>
          </a:p>
        </p:txBody>
      </p:sp>
      <p:sp>
        <p:nvSpPr>
          <p:cNvPr id="4" name="Date Placeholder 5">
            <a:extLst>
              <a:ext uri="{FF2B5EF4-FFF2-40B4-BE49-F238E27FC236}">
                <a16:creationId xmlns:a16="http://schemas.microsoft.com/office/drawing/2014/main" id="{64B9D2AC-D81F-9B98-DFE1-E34F08FB18FE}"/>
              </a:ext>
            </a:extLst>
          </p:cNvPr>
          <p:cNvSpPr>
            <a:spLocks noGrp="1"/>
          </p:cNvSpPr>
          <p:nvPr>
            <p:ph type="dt" sz="half" idx="10"/>
          </p:nvPr>
        </p:nvSpPr>
        <p:spPr/>
        <p:txBody>
          <a:bodyPr/>
          <a:lstStyle>
            <a:lvl1pPr>
              <a:defRPr/>
            </a:lvl1pPr>
          </a:lstStyle>
          <a:p>
            <a:pPr>
              <a:defRPr/>
            </a:pPr>
            <a:fld id="{0C662267-837F-4E4F-A844-ADF5114F5872}" type="datetime1">
              <a:rPr lang="en-IN"/>
              <a:pPr>
                <a:defRPr/>
              </a:pPr>
              <a:t>30-09-2026</a:t>
            </a:fld>
            <a:endParaRPr lang="en-IN" dirty="0"/>
          </a:p>
        </p:txBody>
      </p:sp>
      <p:sp>
        <p:nvSpPr>
          <p:cNvPr id="5" name="Footer Placeholder 6">
            <a:extLst>
              <a:ext uri="{FF2B5EF4-FFF2-40B4-BE49-F238E27FC236}">
                <a16:creationId xmlns:a16="http://schemas.microsoft.com/office/drawing/2014/main" id="{8B97EA3E-25A8-35C2-4FA9-6AFB8E6059F9}"/>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10">
            <a:extLst>
              <a:ext uri="{FF2B5EF4-FFF2-40B4-BE49-F238E27FC236}">
                <a16:creationId xmlns:a16="http://schemas.microsoft.com/office/drawing/2014/main" id="{E77369CF-7BD4-8462-3C41-0E285C28EABB}"/>
              </a:ext>
            </a:extLst>
          </p:cNvPr>
          <p:cNvSpPr>
            <a:spLocks noGrp="1"/>
          </p:cNvSpPr>
          <p:nvPr>
            <p:ph type="sldNum" sz="quarter" idx="12"/>
          </p:nvPr>
        </p:nvSpPr>
        <p:spPr/>
        <p:txBody>
          <a:bodyPr/>
          <a:lstStyle>
            <a:lvl1pPr>
              <a:defRPr/>
            </a:lvl1pPr>
          </a:lstStyle>
          <a:p>
            <a:pPr>
              <a:defRPr/>
            </a:pPr>
            <a:fld id="{60E92E8C-976A-4BB3-BD04-D45D21F8064C}" type="slidenum">
              <a:rPr lang="en-IN"/>
              <a:pPr>
                <a:defRPr/>
              </a:pPr>
              <a:t>‹#›</a:t>
            </a:fld>
            <a:endParaRPr lang="en-IN"/>
          </a:p>
        </p:txBody>
      </p:sp>
    </p:spTree>
    <p:extLst>
      <p:ext uri="{BB962C8B-B14F-4D97-AF65-F5344CB8AC3E}">
        <p14:creationId xmlns:p14="http://schemas.microsoft.com/office/powerpoint/2010/main" val="406690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9E8437D-33F7-A193-3B23-B3AFD1B34C2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17089F30-1F0C-EEE9-5BF8-7FABB188FF6D}"/>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75A2C6F9-1DA1-4330-B8A2-2FCA982037AE}"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11"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4" name="Date Placeholder 8">
            <a:extLst>
              <a:ext uri="{FF2B5EF4-FFF2-40B4-BE49-F238E27FC236}">
                <a16:creationId xmlns:a16="http://schemas.microsoft.com/office/drawing/2014/main" id="{F51CF928-5AF9-143C-BFCB-7286A23ABF52}"/>
              </a:ext>
            </a:extLst>
          </p:cNvPr>
          <p:cNvSpPr>
            <a:spLocks noGrp="1"/>
          </p:cNvSpPr>
          <p:nvPr>
            <p:ph type="dt" sz="half" idx="10"/>
          </p:nvPr>
        </p:nvSpPr>
        <p:spPr/>
        <p:txBody>
          <a:bodyPr/>
          <a:lstStyle>
            <a:lvl1pPr>
              <a:defRPr/>
            </a:lvl1pPr>
          </a:lstStyle>
          <a:p>
            <a:pPr>
              <a:defRPr/>
            </a:pPr>
            <a:fld id="{909AA8E0-19F2-4C55-97A7-C21917EDCF68}" type="datetime1">
              <a:rPr lang="en-IN"/>
              <a:pPr>
                <a:defRPr/>
              </a:pPr>
              <a:t>30-09-2026</a:t>
            </a:fld>
            <a:endParaRPr lang="en-IN" dirty="0"/>
          </a:p>
        </p:txBody>
      </p:sp>
      <p:sp>
        <p:nvSpPr>
          <p:cNvPr id="5" name="Footer Placeholder 9">
            <a:extLst>
              <a:ext uri="{FF2B5EF4-FFF2-40B4-BE49-F238E27FC236}">
                <a16:creationId xmlns:a16="http://schemas.microsoft.com/office/drawing/2014/main" id="{F032BF89-607A-B4EE-CD1A-1647A111A58F}"/>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11">
            <a:extLst>
              <a:ext uri="{FF2B5EF4-FFF2-40B4-BE49-F238E27FC236}">
                <a16:creationId xmlns:a16="http://schemas.microsoft.com/office/drawing/2014/main" id="{BBFC607C-BD67-B445-DD2A-3DCAC4642EEF}"/>
              </a:ext>
            </a:extLst>
          </p:cNvPr>
          <p:cNvSpPr>
            <a:spLocks noGrp="1"/>
          </p:cNvSpPr>
          <p:nvPr>
            <p:ph type="sldNum" sz="quarter" idx="12"/>
          </p:nvPr>
        </p:nvSpPr>
        <p:spPr/>
        <p:txBody>
          <a:bodyPr/>
          <a:lstStyle>
            <a:lvl1pPr>
              <a:defRPr/>
            </a:lvl1pPr>
          </a:lstStyle>
          <a:p>
            <a:pPr>
              <a:defRPr/>
            </a:pPr>
            <a:fld id="{21F434E4-A596-4783-8B0A-81454B8CFB1B}" type="slidenum">
              <a:rPr lang="en-IN"/>
              <a:pPr>
                <a:defRPr/>
              </a:pPr>
              <a:t>‹#›</a:t>
            </a:fld>
            <a:endParaRPr lang="en-IN"/>
          </a:p>
        </p:txBody>
      </p:sp>
    </p:spTree>
    <p:extLst>
      <p:ext uri="{BB962C8B-B14F-4D97-AF65-F5344CB8AC3E}">
        <p14:creationId xmlns:p14="http://schemas.microsoft.com/office/powerpoint/2010/main" val="373470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9C053F5-13E9-FE70-6145-D0FD2A55C5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7A5DE872-45E3-534E-3848-31F015E4C851}"/>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7FE208C4-58B4-493D-A036-B5374ECB4D05}"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12" name="PlaceHolder 1"/>
          <p:cNvSpPr>
            <a:spLocks noGrp="1"/>
          </p:cNvSpPr>
          <p:nvPr>
            <p:ph type="subTitle"/>
          </p:nvPr>
        </p:nvSpPr>
        <p:spPr>
          <a:xfrm>
            <a:off x="609600" y="273600"/>
            <a:ext cx="10972320" cy="5307840"/>
          </a:xfrm>
          <a:prstGeom prst="rect">
            <a:avLst/>
          </a:prstGeom>
        </p:spPr>
        <p:txBody>
          <a:bodyPr anchor="ctr">
            <a:noAutofit/>
          </a:bodyPr>
          <a:lstStyle/>
          <a:p>
            <a:endParaRPr lang="en-US"/>
          </a:p>
        </p:txBody>
      </p:sp>
      <p:sp>
        <p:nvSpPr>
          <p:cNvPr id="4" name="Date Placeholder 5">
            <a:extLst>
              <a:ext uri="{FF2B5EF4-FFF2-40B4-BE49-F238E27FC236}">
                <a16:creationId xmlns:a16="http://schemas.microsoft.com/office/drawing/2014/main" id="{86B6ABC9-CF5A-0E32-CC35-EFCA21B0F1DA}"/>
              </a:ext>
            </a:extLst>
          </p:cNvPr>
          <p:cNvSpPr>
            <a:spLocks noGrp="1"/>
          </p:cNvSpPr>
          <p:nvPr>
            <p:ph type="dt" sz="half" idx="10"/>
          </p:nvPr>
        </p:nvSpPr>
        <p:spPr/>
        <p:txBody>
          <a:bodyPr/>
          <a:lstStyle>
            <a:lvl1pPr>
              <a:defRPr/>
            </a:lvl1pPr>
          </a:lstStyle>
          <a:p>
            <a:pPr>
              <a:defRPr/>
            </a:pPr>
            <a:fld id="{2BD37D34-9790-4A2D-B66C-4DE10700CD62}" type="datetime1">
              <a:rPr lang="en-IN"/>
              <a:pPr>
                <a:defRPr/>
              </a:pPr>
              <a:t>30-09-2026</a:t>
            </a:fld>
            <a:endParaRPr lang="en-IN" dirty="0"/>
          </a:p>
        </p:txBody>
      </p:sp>
      <p:sp>
        <p:nvSpPr>
          <p:cNvPr id="5" name="Footer Placeholder 6">
            <a:extLst>
              <a:ext uri="{FF2B5EF4-FFF2-40B4-BE49-F238E27FC236}">
                <a16:creationId xmlns:a16="http://schemas.microsoft.com/office/drawing/2014/main" id="{918129B1-4B10-2562-57DD-D88527DFF456}"/>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49CFA3AE-DAD2-AE9D-419E-1B9A89FEC4B0}"/>
              </a:ext>
            </a:extLst>
          </p:cNvPr>
          <p:cNvSpPr>
            <a:spLocks noGrp="1"/>
          </p:cNvSpPr>
          <p:nvPr>
            <p:ph type="sldNum" sz="quarter" idx="12"/>
          </p:nvPr>
        </p:nvSpPr>
        <p:spPr/>
        <p:txBody>
          <a:bodyPr/>
          <a:lstStyle>
            <a:lvl1pPr>
              <a:defRPr/>
            </a:lvl1pPr>
          </a:lstStyle>
          <a:p>
            <a:pPr>
              <a:defRPr/>
            </a:pPr>
            <a:fld id="{4E5273E9-7739-4CA3-9883-F79CF21A0F26}" type="slidenum">
              <a:rPr lang="en-IN"/>
              <a:pPr>
                <a:defRPr/>
              </a:pPr>
              <a:t>‹#›</a:t>
            </a:fld>
            <a:endParaRPr lang="en-IN"/>
          </a:p>
        </p:txBody>
      </p:sp>
    </p:spTree>
    <p:extLst>
      <p:ext uri="{BB962C8B-B14F-4D97-AF65-F5344CB8AC3E}">
        <p14:creationId xmlns:p14="http://schemas.microsoft.com/office/powerpoint/2010/main" val="1672383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2586647-ECD2-E585-D6A9-9C24947C64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666A690F-8EFC-5116-A637-DDE1B557DE58}"/>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F08A9EDC-05B4-4050-BEFA-1258B7826C4B}"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13"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14" name="PlaceHolder 2"/>
          <p:cNvSpPr>
            <a:spLocks noGrp="1"/>
          </p:cNvSpPr>
          <p:nvPr>
            <p:ph type="body"/>
          </p:nvPr>
        </p:nvSpPr>
        <p:spPr>
          <a:xfrm>
            <a:off x="609600" y="1604520"/>
            <a:ext cx="5354400" cy="1896840"/>
          </a:xfrm>
          <a:prstGeom prst="rect">
            <a:avLst/>
          </a:prstGeom>
        </p:spPr>
        <p:txBody>
          <a:bodyPr/>
          <a:lstStyle/>
          <a:p>
            <a:endParaRPr lang="en-US"/>
          </a:p>
        </p:txBody>
      </p:sp>
      <p:sp>
        <p:nvSpPr>
          <p:cNvPr id="15" name="PlaceHolder 3"/>
          <p:cNvSpPr>
            <a:spLocks noGrp="1"/>
          </p:cNvSpPr>
          <p:nvPr>
            <p:ph type="body"/>
          </p:nvPr>
        </p:nvSpPr>
        <p:spPr>
          <a:xfrm>
            <a:off x="6232320" y="1604520"/>
            <a:ext cx="5354400" cy="3977280"/>
          </a:xfrm>
          <a:prstGeom prst="rect">
            <a:avLst/>
          </a:prstGeom>
        </p:spPr>
        <p:txBody>
          <a:bodyPr/>
          <a:lstStyle/>
          <a:p>
            <a:endParaRPr lang="en-US" dirty="0"/>
          </a:p>
        </p:txBody>
      </p:sp>
      <p:sp>
        <p:nvSpPr>
          <p:cNvPr id="16" name="PlaceHolder 4"/>
          <p:cNvSpPr>
            <a:spLocks noGrp="1"/>
          </p:cNvSpPr>
          <p:nvPr>
            <p:ph type="body"/>
          </p:nvPr>
        </p:nvSpPr>
        <p:spPr>
          <a:xfrm>
            <a:off x="609600" y="3682080"/>
            <a:ext cx="535440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A4FBA0BA-A563-E70B-119D-60BE0C58EC74}"/>
              </a:ext>
            </a:extLst>
          </p:cNvPr>
          <p:cNvSpPr>
            <a:spLocks noGrp="1"/>
          </p:cNvSpPr>
          <p:nvPr>
            <p:ph type="dt" sz="half" idx="10"/>
          </p:nvPr>
        </p:nvSpPr>
        <p:spPr/>
        <p:txBody>
          <a:bodyPr/>
          <a:lstStyle>
            <a:lvl1pPr>
              <a:defRPr/>
            </a:lvl1pPr>
          </a:lstStyle>
          <a:p>
            <a:pPr>
              <a:defRPr/>
            </a:pPr>
            <a:fld id="{580B8F57-DC0E-4305-8440-78C7BBC8D050}" type="datetime1">
              <a:rPr lang="en-IN"/>
              <a:pPr>
                <a:defRPr/>
              </a:pPr>
              <a:t>30-09-2026</a:t>
            </a:fld>
            <a:endParaRPr lang="en-IN" dirty="0"/>
          </a:p>
        </p:txBody>
      </p:sp>
      <p:sp>
        <p:nvSpPr>
          <p:cNvPr id="5" name="Footer Placeholder 6">
            <a:extLst>
              <a:ext uri="{FF2B5EF4-FFF2-40B4-BE49-F238E27FC236}">
                <a16:creationId xmlns:a16="http://schemas.microsoft.com/office/drawing/2014/main" id="{B9B90D8E-98A3-D4F7-F9F3-5AED629686B7}"/>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6FEF0DE7-04D6-9AC4-9A51-78B6D47AFE80}"/>
              </a:ext>
            </a:extLst>
          </p:cNvPr>
          <p:cNvSpPr>
            <a:spLocks noGrp="1"/>
          </p:cNvSpPr>
          <p:nvPr>
            <p:ph type="sldNum" sz="quarter" idx="12"/>
          </p:nvPr>
        </p:nvSpPr>
        <p:spPr/>
        <p:txBody>
          <a:bodyPr/>
          <a:lstStyle>
            <a:lvl1pPr>
              <a:defRPr/>
            </a:lvl1pPr>
          </a:lstStyle>
          <a:p>
            <a:pPr>
              <a:defRPr/>
            </a:pPr>
            <a:fld id="{14869566-803D-436D-A075-1B9585537678}" type="slidenum">
              <a:rPr lang="en-IN"/>
              <a:pPr>
                <a:defRPr/>
              </a:pPr>
              <a:t>‹#›</a:t>
            </a:fld>
            <a:endParaRPr lang="en-IN"/>
          </a:p>
        </p:txBody>
      </p:sp>
    </p:spTree>
    <p:extLst>
      <p:ext uri="{BB962C8B-B14F-4D97-AF65-F5344CB8AC3E}">
        <p14:creationId xmlns:p14="http://schemas.microsoft.com/office/powerpoint/2010/main" val="804153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0398540-2C54-CC74-95FB-1F0AD133D9D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2AB54396-0431-3D1F-EC82-63D8342D83D9}"/>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D5994F2E-32A3-48BF-AD9B-32030B4D910E}"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17"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18" name="PlaceHolder 2"/>
          <p:cNvSpPr>
            <a:spLocks noGrp="1"/>
          </p:cNvSpPr>
          <p:nvPr>
            <p:ph type="body"/>
          </p:nvPr>
        </p:nvSpPr>
        <p:spPr>
          <a:xfrm>
            <a:off x="609600" y="1604520"/>
            <a:ext cx="5354400" cy="3977280"/>
          </a:xfrm>
          <a:prstGeom prst="rect">
            <a:avLst/>
          </a:prstGeom>
        </p:spPr>
        <p:txBody>
          <a:bodyPr/>
          <a:lstStyle/>
          <a:p>
            <a:endParaRPr lang="en-US"/>
          </a:p>
        </p:txBody>
      </p:sp>
      <p:sp>
        <p:nvSpPr>
          <p:cNvPr id="19" name="PlaceHolder 3"/>
          <p:cNvSpPr>
            <a:spLocks noGrp="1"/>
          </p:cNvSpPr>
          <p:nvPr>
            <p:ph type="body"/>
          </p:nvPr>
        </p:nvSpPr>
        <p:spPr>
          <a:xfrm>
            <a:off x="6232320" y="1604520"/>
            <a:ext cx="5354400" cy="1896840"/>
          </a:xfrm>
          <a:prstGeom prst="rect">
            <a:avLst/>
          </a:prstGeom>
        </p:spPr>
        <p:txBody>
          <a:bodyPr/>
          <a:lstStyle/>
          <a:p>
            <a:endParaRPr lang="en-US"/>
          </a:p>
        </p:txBody>
      </p:sp>
      <p:sp>
        <p:nvSpPr>
          <p:cNvPr id="20" name="PlaceHolder 4"/>
          <p:cNvSpPr>
            <a:spLocks noGrp="1"/>
          </p:cNvSpPr>
          <p:nvPr>
            <p:ph type="body"/>
          </p:nvPr>
        </p:nvSpPr>
        <p:spPr>
          <a:xfrm>
            <a:off x="6232320" y="3682080"/>
            <a:ext cx="535440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07220CFE-535B-EB21-FA82-A8D4F7710621}"/>
              </a:ext>
            </a:extLst>
          </p:cNvPr>
          <p:cNvSpPr>
            <a:spLocks noGrp="1"/>
          </p:cNvSpPr>
          <p:nvPr>
            <p:ph type="dt" sz="half" idx="10"/>
          </p:nvPr>
        </p:nvSpPr>
        <p:spPr/>
        <p:txBody>
          <a:bodyPr/>
          <a:lstStyle>
            <a:lvl1pPr>
              <a:defRPr/>
            </a:lvl1pPr>
          </a:lstStyle>
          <a:p>
            <a:pPr>
              <a:defRPr/>
            </a:pPr>
            <a:fld id="{9A6D32C2-0AFE-40E8-9A98-C441297D5AEA}" type="datetime1">
              <a:rPr lang="en-IN"/>
              <a:pPr>
                <a:defRPr/>
              </a:pPr>
              <a:t>30-09-2026</a:t>
            </a:fld>
            <a:endParaRPr lang="en-IN" dirty="0"/>
          </a:p>
        </p:txBody>
      </p:sp>
      <p:sp>
        <p:nvSpPr>
          <p:cNvPr id="5" name="Footer Placeholder 6">
            <a:extLst>
              <a:ext uri="{FF2B5EF4-FFF2-40B4-BE49-F238E27FC236}">
                <a16:creationId xmlns:a16="http://schemas.microsoft.com/office/drawing/2014/main" id="{A2688053-4F06-039A-90AA-B0AC30D7C509}"/>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FB15992B-4227-498A-E335-B77758F737E6}"/>
              </a:ext>
            </a:extLst>
          </p:cNvPr>
          <p:cNvSpPr>
            <a:spLocks noGrp="1"/>
          </p:cNvSpPr>
          <p:nvPr>
            <p:ph type="sldNum" sz="quarter" idx="12"/>
          </p:nvPr>
        </p:nvSpPr>
        <p:spPr/>
        <p:txBody>
          <a:bodyPr/>
          <a:lstStyle>
            <a:lvl1pPr>
              <a:defRPr/>
            </a:lvl1pPr>
          </a:lstStyle>
          <a:p>
            <a:pPr>
              <a:defRPr/>
            </a:pPr>
            <a:fld id="{677B7105-66BA-4D97-84A9-2D11F0C602CC}" type="slidenum">
              <a:rPr lang="en-IN"/>
              <a:pPr>
                <a:defRPr/>
              </a:pPr>
              <a:t>‹#›</a:t>
            </a:fld>
            <a:endParaRPr lang="en-IN"/>
          </a:p>
        </p:txBody>
      </p:sp>
    </p:spTree>
    <p:extLst>
      <p:ext uri="{BB962C8B-B14F-4D97-AF65-F5344CB8AC3E}">
        <p14:creationId xmlns:p14="http://schemas.microsoft.com/office/powerpoint/2010/main" val="260491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9DCC38E4-5E57-51E5-F853-F2875EEB19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A2B8280F-1273-F045-83F0-210EFD5C08B9}"/>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69A07F50-BDB0-4F35-8D05-58F366A82809}"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21"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22" name="PlaceHolder 2"/>
          <p:cNvSpPr>
            <a:spLocks noGrp="1"/>
          </p:cNvSpPr>
          <p:nvPr>
            <p:ph type="body"/>
          </p:nvPr>
        </p:nvSpPr>
        <p:spPr>
          <a:xfrm>
            <a:off x="609600" y="1604520"/>
            <a:ext cx="5354400" cy="1896840"/>
          </a:xfrm>
          <a:prstGeom prst="rect">
            <a:avLst/>
          </a:prstGeom>
        </p:spPr>
        <p:txBody>
          <a:bodyPr/>
          <a:lstStyle/>
          <a:p>
            <a:endParaRPr lang="en-US"/>
          </a:p>
        </p:txBody>
      </p:sp>
      <p:sp>
        <p:nvSpPr>
          <p:cNvPr id="23" name="PlaceHolder 3"/>
          <p:cNvSpPr>
            <a:spLocks noGrp="1"/>
          </p:cNvSpPr>
          <p:nvPr>
            <p:ph type="body"/>
          </p:nvPr>
        </p:nvSpPr>
        <p:spPr>
          <a:xfrm>
            <a:off x="6232320" y="1604520"/>
            <a:ext cx="5354400" cy="1896840"/>
          </a:xfrm>
          <a:prstGeom prst="rect">
            <a:avLst/>
          </a:prstGeom>
        </p:spPr>
        <p:txBody>
          <a:bodyPr/>
          <a:lstStyle/>
          <a:p>
            <a:endParaRPr lang="en-US"/>
          </a:p>
        </p:txBody>
      </p:sp>
      <p:sp>
        <p:nvSpPr>
          <p:cNvPr id="24" name="PlaceHolder 4"/>
          <p:cNvSpPr>
            <a:spLocks noGrp="1"/>
          </p:cNvSpPr>
          <p:nvPr>
            <p:ph type="body"/>
          </p:nvPr>
        </p:nvSpPr>
        <p:spPr>
          <a:xfrm>
            <a:off x="609600" y="3682080"/>
            <a:ext cx="1097232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0FC335BA-A695-6663-F370-BB05F96940DA}"/>
              </a:ext>
            </a:extLst>
          </p:cNvPr>
          <p:cNvSpPr>
            <a:spLocks noGrp="1"/>
          </p:cNvSpPr>
          <p:nvPr>
            <p:ph type="dt" sz="half" idx="10"/>
          </p:nvPr>
        </p:nvSpPr>
        <p:spPr/>
        <p:txBody>
          <a:bodyPr/>
          <a:lstStyle>
            <a:lvl1pPr>
              <a:defRPr/>
            </a:lvl1pPr>
          </a:lstStyle>
          <a:p>
            <a:pPr>
              <a:defRPr/>
            </a:pPr>
            <a:fld id="{659AA84B-24BC-467A-81EC-57521B2412F8}" type="datetime1">
              <a:rPr lang="en-IN"/>
              <a:pPr>
                <a:defRPr/>
              </a:pPr>
              <a:t>30-09-2026</a:t>
            </a:fld>
            <a:endParaRPr lang="en-IN" dirty="0"/>
          </a:p>
        </p:txBody>
      </p:sp>
      <p:sp>
        <p:nvSpPr>
          <p:cNvPr id="5" name="Footer Placeholder 6">
            <a:extLst>
              <a:ext uri="{FF2B5EF4-FFF2-40B4-BE49-F238E27FC236}">
                <a16:creationId xmlns:a16="http://schemas.microsoft.com/office/drawing/2014/main" id="{1BDDE4B8-978A-29FA-9706-C6F57EA104FD}"/>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8DC82AB9-571A-B37C-5D9D-01F73868861C}"/>
              </a:ext>
            </a:extLst>
          </p:cNvPr>
          <p:cNvSpPr>
            <a:spLocks noGrp="1"/>
          </p:cNvSpPr>
          <p:nvPr>
            <p:ph type="sldNum" sz="quarter" idx="12"/>
          </p:nvPr>
        </p:nvSpPr>
        <p:spPr/>
        <p:txBody>
          <a:bodyPr/>
          <a:lstStyle>
            <a:lvl1pPr>
              <a:defRPr/>
            </a:lvl1pPr>
          </a:lstStyle>
          <a:p>
            <a:pPr>
              <a:defRPr/>
            </a:pPr>
            <a:fld id="{FC31CBD4-02F7-4088-883D-C43E52505F57}" type="slidenum">
              <a:rPr lang="en-IN"/>
              <a:pPr>
                <a:defRPr/>
              </a:pPr>
              <a:t>‹#›</a:t>
            </a:fld>
            <a:endParaRPr lang="en-IN"/>
          </a:p>
        </p:txBody>
      </p:sp>
    </p:spTree>
    <p:extLst>
      <p:ext uri="{BB962C8B-B14F-4D97-AF65-F5344CB8AC3E}">
        <p14:creationId xmlns:p14="http://schemas.microsoft.com/office/powerpoint/2010/main" val="319183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5FCBC453-C359-26A5-A885-E4DB2ADEBC3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2E18C52A-C25B-9651-2482-08C7B4D06D75}"/>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EC2E3554-BF0D-4838-B56A-28C0D34F9C50}"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25"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26" name="PlaceHolder 2"/>
          <p:cNvSpPr>
            <a:spLocks noGrp="1"/>
          </p:cNvSpPr>
          <p:nvPr>
            <p:ph type="body"/>
          </p:nvPr>
        </p:nvSpPr>
        <p:spPr>
          <a:xfrm>
            <a:off x="609600" y="1604520"/>
            <a:ext cx="10972320" cy="1896840"/>
          </a:xfrm>
          <a:prstGeom prst="rect">
            <a:avLst/>
          </a:prstGeom>
        </p:spPr>
        <p:txBody>
          <a:bodyPr/>
          <a:lstStyle/>
          <a:p>
            <a:endParaRPr lang="en-US"/>
          </a:p>
        </p:txBody>
      </p:sp>
      <p:sp>
        <p:nvSpPr>
          <p:cNvPr id="27" name="PlaceHolder 3"/>
          <p:cNvSpPr>
            <a:spLocks noGrp="1"/>
          </p:cNvSpPr>
          <p:nvPr>
            <p:ph type="body"/>
          </p:nvPr>
        </p:nvSpPr>
        <p:spPr>
          <a:xfrm>
            <a:off x="609600" y="3682080"/>
            <a:ext cx="1097232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A85E26AA-5730-7FEE-8908-7BFB0CB31A05}"/>
              </a:ext>
            </a:extLst>
          </p:cNvPr>
          <p:cNvSpPr>
            <a:spLocks noGrp="1"/>
          </p:cNvSpPr>
          <p:nvPr>
            <p:ph type="dt" sz="half" idx="10"/>
          </p:nvPr>
        </p:nvSpPr>
        <p:spPr/>
        <p:txBody>
          <a:bodyPr/>
          <a:lstStyle>
            <a:lvl1pPr>
              <a:defRPr/>
            </a:lvl1pPr>
          </a:lstStyle>
          <a:p>
            <a:pPr>
              <a:defRPr/>
            </a:pPr>
            <a:fld id="{125C193C-2E56-44AD-8AEE-86C3AD8B20A5}" type="datetime1">
              <a:rPr lang="en-IN"/>
              <a:pPr>
                <a:defRPr/>
              </a:pPr>
              <a:t>30-09-2026</a:t>
            </a:fld>
            <a:endParaRPr lang="en-IN" dirty="0"/>
          </a:p>
        </p:txBody>
      </p:sp>
      <p:sp>
        <p:nvSpPr>
          <p:cNvPr id="5" name="Footer Placeholder 6">
            <a:extLst>
              <a:ext uri="{FF2B5EF4-FFF2-40B4-BE49-F238E27FC236}">
                <a16:creationId xmlns:a16="http://schemas.microsoft.com/office/drawing/2014/main" id="{86EEB5DA-DAFD-68EE-DC79-37E2EF66783D}"/>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01E6A083-99AE-BCF7-31EF-505BA5C19E11}"/>
              </a:ext>
            </a:extLst>
          </p:cNvPr>
          <p:cNvSpPr>
            <a:spLocks noGrp="1"/>
          </p:cNvSpPr>
          <p:nvPr>
            <p:ph type="sldNum" sz="quarter" idx="12"/>
          </p:nvPr>
        </p:nvSpPr>
        <p:spPr/>
        <p:txBody>
          <a:bodyPr/>
          <a:lstStyle>
            <a:lvl1pPr>
              <a:defRPr/>
            </a:lvl1pPr>
          </a:lstStyle>
          <a:p>
            <a:pPr>
              <a:defRPr/>
            </a:pPr>
            <a:fld id="{2F4642ED-C6FE-4BB2-846C-69D702635321}" type="slidenum">
              <a:rPr lang="en-IN"/>
              <a:pPr>
                <a:defRPr/>
              </a:pPr>
              <a:t>‹#›</a:t>
            </a:fld>
            <a:endParaRPr lang="en-IN"/>
          </a:p>
        </p:txBody>
      </p:sp>
    </p:spTree>
    <p:extLst>
      <p:ext uri="{BB962C8B-B14F-4D97-AF65-F5344CB8AC3E}">
        <p14:creationId xmlns:p14="http://schemas.microsoft.com/office/powerpoint/2010/main" val="1753331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16D1459-9527-C3E8-3189-81A5E83A90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096FDCD9-FC79-1588-1661-39271C114F2E}"/>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A24D7409-0094-43BC-8592-709916689F97}"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28"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29" name="PlaceHolder 2"/>
          <p:cNvSpPr>
            <a:spLocks noGrp="1"/>
          </p:cNvSpPr>
          <p:nvPr>
            <p:ph type="body"/>
          </p:nvPr>
        </p:nvSpPr>
        <p:spPr>
          <a:xfrm>
            <a:off x="609600" y="1604520"/>
            <a:ext cx="5354400" cy="1896840"/>
          </a:xfrm>
          <a:prstGeom prst="rect">
            <a:avLst/>
          </a:prstGeom>
        </p:spPr>
        <p:txBody>
          <a:bodyPr/>
          <a:lstStyle/>
          <a:p>
            <a:endParaRPr lang="en-US"/>
          </a:p>
        </p:txBody>
      </p:sp>
      <p:sp>
        <p:nvSpPr>
          <p:cNvPr id="30" name="PlaceHolder 3"/>
          <p:cNvSpPr>
            <a:spLocks noGrp="1"/>
          </p:cNvSpPr>
          <p:nvPr>
            <p:ph type="body"/>
          </p:nvPr>
        </p:nvSpPr>
        <p:spPr>
          <a:xfrm>
            <a:off x="6232320" y="1604520"/>
            <a:ext cx="5354400" cy="1896840"/>
          </a:xfrm>
          <a:prstGeom prst="rect">
            <a:avLst/>
          </a:prstGeom>
        </p:spPr>
        <p:txBody>
          <a:bodyPr/>
          <a:lstStyle/>
          <a:p>
            <a:endParaRPr lang="en-US"/>
          </a:p>
        </p:txBody>
      </p:sp>
      <p:sp>
        <p:nvSpPr>
          <p:cNvPr id="31" name="PlaceHolder 4"/>
          <p:cNvSpPr>
            <a:spLocks noGrp="1"/>
          </p:cNvSpPr>
          <p:nvPr>
            <p:ph type="body"/>
          </p:nvPr>
        </p:nvSpPr>
        <p:spPr>
          <a:xfrm>
            <a:off x="609600" y="3682080"/>
            <a:ext cx="5354400" cy="1896840"/>
          </a:xfrm>
          <a:prstGeom prst="rect">
            <a:avLst/>
          </a:prstGeom>
        </p:spPr>
        <p:txBody>
          <a:bodyPr/>
          <a:lstStyle/>
          <a:p>
            <a:endParaRPr lang="en-US"/>
          </a:p>
        </p:txBody>
      </p:sp>
      <p:sp>
        <p:nvSpPr>
          <p:cNvPr id="32" name="PlaceHolder 5"/>
          <p:cNvSpPr>
            <a:spLocks noGrp="1"/>
          </p:cNvSpPr>
          <p:nvPr>
            <p:ph type="body"/>
          </p:nvPr>
        </p:nvSpPr>
        <p:spPr>
          <a:xfrm>
            <a:off x="6232320" y="3682080"/>
            <a:ext cx="535440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ABE2CF54-3E30-D685-7670-ECF676FF168E}"/>
              </a:ext>
            </a:extLst>
          </p:cNvPr>
          <p:cNvSpPr>
            <a:spLocks noGrp="1"/>
          </p:cNvSpPr>
          <p:nvPr>
            <p:ph type="dt" sz="half" idx="10"/>
          </p:nvPr>
        </p:nvSpPr>
        <p:spPr/>
        <p:txBody>
          <a:bodyPr/>
          <a:lstStyle>
            <a:lvl1pPr>
              <a:defRPr/>
            </a:lvl1pPr>
          </a:lstStyle>
          <a:p>
            <a:pPr>
              <a:defRPr/>
            </a:pPr>
            <a:fld id="{F59FC176-AA6E-4238-A362-B9348840B4F7}" type="datetime1">
              <a:rPr lang="en-IN"/>
              <a:pPr>
                <a:defRPr/>
              </a:pPr>
              <a:t>30-09-2026</a:t>
            </a:fld>
            <a:endParaRPr lang="en-IN" dirty="0"/>
          </a:p>
        </p:txBody>
      </p:sp>
      <p:sp>
        <p:nvSpPr>
          <p:cNvPr id="5" name="Footer Placeholder 6">
            <a:extLst>
              <a:ext uri="{FF2B5EF4-FFF2-40B4-BE49-F238E27FC236}">
                <a16:creationId xmlns:a16="http://schemas.microsoft.com/office/drawing/2014/main" id="{39A5F836-EB3B-2AA1-C04D-AF0C8418BBB8}"/>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2984B0C3-013D-731F-791C-95697B5D736C}"/>
              </a:ext>
            </a:extLst>
          </p:cNvPr>
          <p:cNvSpPr>
            <a:spLocks noGrp="1"/>
          </p:cNvSpPr>
          <p:nvPr>
            <p:ph type="sldNum" sz="quarter" idx="12"/>
          </p:nvPr>
        </p:nvSpPr>
        <p:spPr/>
        <p:txBody>
          <a:bodyPr/>
          <a:lstStyle>
            <a:lvl1pPr>
              <a:defRPr/>
            </a:lvl1pPr>
          </a:lstStyle>
          <a:p>
            <a:pPr>
              <a:defRPr/>
            </a:pPr>
            <a:fld id="{34677C1D-4D4F-432A-97CF-555436650D5E}" type="slidenum">
              <a:rPr lang="en-IN"/>
              <a:pPr>
                <a:defRPr/>
              </a:pPr>
              <a:t>‹#›</a:t>
            </a:fld>
            <a:endParaRPr lang="en-IN"/>
          </a:p>
        </p:txBody>
      </p:sp>
    </p:spTree>
    <p:extLst>
      <p:ext uri="{BB962C8B-B14F-4D97-AF65-F5344CB8AC3E}">
        <p14:creationId xmlns:p14="http://schemas.microsoft.com/office/powerpoint/2010/main" val="525310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818DADD-5FF7-A648-3B82-CF9C135B05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504825"/>
            <a:ext cx="391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9D55FAE6-363F-7144-F135-F8909D4FB4C3}"/>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044467A2-9752-4C1C-B689-75DF1B85DCDE}"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33" name="PlaceHolder 1"/>
          <p:cNvSpPr>
            <a:spLocks noGrp="1"/>
          </p:cNvSpPr>
          <p:nvPr>
            <p:ph type="title"/>
          </p:nvPr>
        </p:nvSpPr>
        <p:spPr>
          <a:xfrm>
            <a:off x="609600" y="273600"/>
            <a:ext cx="10972320" cy="1144800"/>
          </a:xfrm>
          <a:prstGeom prst="rect">
            <a:avLst/>
          </a:prstGeom>
        </p:spPr>
        <p:txBody>
          <a:bodyPr/>
          <a:lstStyle/>
          <a:p>
            <a:endParaRPr lang="en-US"/>
          </a:p>
        </p:txBody>
      </p:sp>
      <p:sp>
        <p:nvSpPr>
          <p:cNvPr id="34" name="PlaceHolder 2"/>
          <p:cNvSpPr>
            <a:spLocks noGrp="1"/>
          </p:cNvSpPr>
          <p:nvPr>
            <p:ph type="body"/>
          </p:nvPr>
        </p:nvSpPr>
        <p:spPr>
          <a:xfrm>
            <a:off x="609600" y="1604520"/>
            <a:ext cx="3532800" cy="1896840"/>
          </a:xfrm>
          <a:prstGeom prst="rect">
            <a:avLst/>
          </a:prstGeom>
        </p:spPr>
        <p:txBody>
          <a:bodyPr/>
          <a:lstStyle/>
          <a:p>
            <a:endParaRPr lang="en-US"/>
          </a:p>
        </p:txBody>
      </p:sp>
      <p:sp>
        <p:nvSpPr>
          <p:cNvPr id="35" name="PlaceHolder 3"/>
          <p:cNvSpPr>
            <a:spLocks noGrp="1"/>
          </p:cNvSpPr>
          <p:nvPr>
            <p:ph type="body"/>
          </p:nvPr>
        </p:nvSpPr>
        <p:spPr>
          <a:xfrm>
            <a:off x="4319520" y="1604520"/>
            <a:ext cx="3532800" cy="1896840"/>
          </a:xfrm>
          <a:prstGeom prst="rect">
            <a:avLst/>
          </a:prstGeom>
        </p:spPr>
        <p:txBody>
          <a:bodyPr/>
          <a:lstStyle/>
          <a:p>
            <a:endParaRPr lang="en-US"/>
          </a:p>
        </p:txBody>
      </p:sp>
      <p:sp>
        <p:nvSpPr>
          <p:cNvPr id="36" name="PlaceHolder 4"/>
          <p:cNvSpPr>
            <a:spLocks noGrp="1"/>
          </p:cNvSpPr>
          <p:nvPr>
            <p:ph type="body"/>
          </p:nvPr>
        </p:nvSpPr>
        <p:spPr>
          <a:xfrm>
            <a:off x="8029440" y="1604520"/>
            <a:ext cx="3532800" cy="1896840"/>
          </a:xfrm>
          <a:prstGeom prst="rect">
            <a:avLst/>
          </a:prstGeom>
        </p:spPr>
        <p:txBody>
          <a:bodyPr/>
          <a:lstStyle/>
          <a:p>
            <a:endParaRPr lang="en-US"/>
          </a:p>
        </p:txBody>
      </p:sp>
      <p:sp>
        <p:nvSpPr>
          <p:cNvPr id="37" name="PlaceHolder 5"/>
          <p:cNvSpPr>
            <a:spLocks noGrp="1"/>
          </p:cNvSpPr>
          <p:nvPr>
            <p:ph type="body"/>
          </p:nvPr>
        </p:nvSpPr>
        <p:spPr>
          <a:xfrm>
            <a:off x="609600" y="3682080"/>
            <a:ext cx="3532800" cy="1896840"/>
          </a:xfrm>
          <a:prstGeom prst="rect">
            <a:avLst/>
          </a:prstGeom>
        </p:spPr>
        <p:txBody>
          <a:bodyPr/>
          <a:lstStyle/>
          <a:p>
            <a:endParaRPr lang="en-US"/>
          </a:p>
        </p:txBody>
      </p:sp>
      <p:sp>
        <p:nvSpPr>
          <p:cNvPr id="38" name="PlaceHolder 6"/>
          <p:cNvSpPr>
            <a:spLocks noGrp="1"/>
          </p:cNvSpPr>
          <p:nvPr>
            <p:ph type="body"/>
          </p:nvPr>
        </p:nvSpPr>
        <p:spPr>
          <a:xfrm>
            <a:off x="4319520" y="3682080"/>
            <a:ext cx="3532800" cy="1896840"/>
          </a:xfrm>
          <a:prstGeom prst="rect">
            <a:avLst/>
          </a:prstGeom>
        </p:spPr>
        <p:txBody>
          <a:bodyPr/>
          <a:lstStyle/>
          <a:p>
            <a:endParaRPr lang="en-US"/>
          </a:p>
        </p:txBody>
      </p:sp>
      <p:sp>
        <p:nvSpPr>
          <p:cNvPr id="39" name="PlaceHolder 7"/>
          <p:cNvSpPr>
            <a:spLocks noGrp="1"/>
          </p:cNvSpPr>
          <p:nvPr>
            <p:ph type="body"/>
          </p:nvPr>
        </p:nvSpPr>
        <p:spPr>
          <a:xfrm>
            <a:off x="8029440" y="3682080"/>
            <a:ext cx="3532800" cy="1896840"/>
          </a:xfrm>
          <a:prstGeom prst="rect">
            <a:avLst/>
          </a:prstGeom>
        </p:spPr>
        <p:txBody>
          <a:bodyPr/>
          <a:lstStyle/>
          <a:p>
            <a:endParaRPr lang="en-US"/>
          </a:p>
        </p:txBody>
      </p:sp>
      <p:sp>
        <p:nvSpPr>
          <p:cNvPr id="4" name="Date Placeholder 5">
            <a:extLst>
              <a:ext uri="{FF2B5EF4-FFF2-40B4-BE49-F238E27FC236}">
                <a16:creationId xmlns:a16="http://schemas.microsoft.com/office/drawing/2014/main" id="{B285604D-AF3D-EA59-D11D-C17692200D7F}"/>
              </a:ext>
            </a:extLst>
          </p:cNvPr>
          <p:cNvSpPr>
            <a:spLocks noGrp="1"/>
          </p:cNvSpPr>
          <p:nvPr>
            <p:ph type="dt" sz="half" idx="10"/>
          </p:nvPr>
        </p:nvSpPr>
        <p:spPr/>
        <p:txBody>
          <a:bodyPr/>
          <a:lstStyle>
            <a:lvl1pPr>
              <a:defRPr/>
            </a:lvl1pPr>
          </a:lstStyle>
          <a:p>
            <a:pPr>
              <a:defRPr/>
            </a:pPr>
            <a:fld id="{922C09E7-31F1-4770-9D35-FE4B28E88946}" type="datetime1">
              <a:rPr lang="en-IN"/>
              <a:pPr>
                <a:defRPr/>
              </a:pPr>
              <a:t>30-09-2026</a:t>
            </a:fld>
            <a:endParaRPr lang="en-IN" dirty="0"/>
          </a:p>
        </p:txBody>
      </p:sp>
      <p:sp>
        <p:nvSpPr>
          <p:cNvPr id="5" name="Footer Placeholder 6">
            <a:extLst>
              <a:ext uri="{FF2B5EF4-FFF2-40B4-BE49-F238E27FC236}">
                <a16:creationId xmlns:a16="http://schemas.microsoft.com/office/drawing/2014/main" id="{5D731B12-898E-4055-E9CF-14C99AE99844}"/>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3A8EED5C-FBA8-B8D4-0E19-0FFE940F52BE}"/>
              </a:ext>
            </a:extLst>
          </p:cNvPr>
          <p:cNvSpPr>
            <a:spLocks noGrp="1"/>
          </p:cNvSpPr>
          <p:nvPr>
            <p:ph type="sldNum" sz="quarter" idx="12"/>
          </p:nvPr>
        </p:nvSpPr>
        <p:spPr/>
        <p:txBody>
          <a:bodyPr/>
          <a:lstStyle>
            <a:lvl1pPr>
              <a:defRPr/>
            </a:lvl1pPr>
          </a:lstStyle>
          <a:p>
            <a:pPr>
              <a:defRPr/>
            </a:pPr>
            <a:fld id="{3CA57AAE-57DB-4C0B-81A9-FE6C0427DEF1}" type="slidenum">
              <a:rPr lang="en-IN"/>
              <a:pPr>
                <a:defRPr/>
              </a:pPr>
              <a:t>‹#›</a:t>
            </a:fld>
            <a:endParaRPr lang="en-IN"/>
          </a:p>
        </p:txBody>
      </p:sp>
    </p:spTree>
    <p:extLst>
      <p:ext uri="{BB962C8B-B14F-4D97-AF65-F5344CB8AC3E}">
        <p14:creationId xmlns:p14="http://schemas.microsoft.com/office/powerpoint/2010/main" val="1839874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7A38F40E-32D2-D211-05FC-235F97B4E6C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3400" y="-504825"/>
            <a:ext cx="32496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a:extLst>
              <a:ext uri="{FF2B5EF4-FFF2-40B4-BE49-F238E27FC236}">
                <a16:creationId xmlns:a16="http://schemas.microsoft.com/office/drawing/2014/main" id="{8A85EDE2-5970-A069-9356-1B91FAE4676F}"/>
              </a:ext>
            </a:extLst>
          </p:cNvPr>
          <p:cNvSpPr txBox="1">
            <a:spLocks/>
          </p:cNvSpPr>
          <p:nvPr userDrawn="1"/>
        </p:nvSpPr>
        <p:spPr>
          <a:xfrm>
            <a:off x="10598150" y="6469063"/>
            <a:ext cx="1441450" cy="236537"/>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5E86AF7D-C373-4632-BD23-416B6AE4AF28}" type="slidenum">
              <a:rPr lang="en-US" smtClean="0">
                <a:solidFill>
                  <a:prstClr val="black">
                    <a:tint val="75000"/>
                  </a:prstClr>
                </a:solidFill>
                <a:latin typeface="Calibri"/>
              </a:rPr>
              <a:pPr fontAlgn="auto">
                <a:spcBef>
                  <a:spcPts val="0"/>
                </a:spcBef>
                <a:spcAft>
                  <a:spcPts val="0"/>
                </a:spcAft>
                <a:defRPr/>
              </a:pPr>
              <a:t>‹#›</a:t>
            </a:fld>
            <a:endParaRPr lang="en-US" dirty="0">
              <a:solidFill>
                <a:prstClr val="black">
                  <a:tint val="75000"/>
                </a:prstClr>
              </a:solidFill>
              <a:latin typeface="Calibri"/>
            </a:endParaRPr>
          </a:p>
        </p:txBody>
      </p:sp>
      <p:sp>
        <p:nvSpPr>
          <p:cNvPr id="2" name="Holder 2"/>
          <p:cNvSpPr>
            <a:spLocks noGrp="1"/>
          </p:cNvSpPr>
          <p:nvPr>
            <p:ph type="title"/>
          </p:nvPr>
        </p:nvSpPr>
        <p:spPr/>
        <p:txBody>
          <a:bodyPr/>
          <a:lstStyle>
            <a:lvl1pPr>
              <a:defRPr sz="1800" b="0" i="0">
                <a:solidFill>
                  <a:srgbClr val="006666"/>
                </a:solidFill>
                <a:latin typeface="Times New Roman"/>
                <a:cs typeface="Times New Roman"/>
              </a:defRPr>
            </a:lvl1pPr>
          </a:lstStyle>
          <a:p>
            <a:endParaRPr/>
          </a:p>
        </p:txBody>
      </p:sp>
      <p:sp>
        <p:nvSpPr>
          <p:cNvPr id="3" name="Holder 3"/>
          <p:cNvSpPr>
            <a:spLocks noGrp="1"/>
          </p:cNvSpPr>
          <p:nvPr>
            <p:ph type="body" idx="1"/>
          </p:nvPr>
        </p:nvSpPr>
        <p:spPr/>
        <p:txBody>
          <a:bodyPr/>
          <a:lstStyle>
            <a:lvl1pPr>
              <a:defRPr sz="2600" b="0" i="0">
                <a:solidFill>
                  <a:schemeClr val="tx1"/>
                </a:solidFill>
                <a:latin typeface="Times New Roman"/>
                <a:cs typeface="Times New Roman"/>
              </a:defRPr>
            </a:lvl1pPr>
          </a:lstStyle>
          <a:p>
            <a:endParaRPr/>
          </a:p>
        </p:txBody>
      </p:sp>
      <p:sp>
        <p:nvSpPr>
          <p:cNvPr id="6" name="Date Placeholder 7">
            <a:extLst>
              <a:ext uri="{FF2B5EF4-FFF2-40B4-BE49-F238E27FC236}">
                <a16:creationId xmlns:a16="http://schemas.microsoft.com/office/drawing/2014/main" id="{6223CD36-6906-8D96-2F25-6CEFBC3AC5EE}"/>
              </a:ext>
            </a:extLst>
          </p:cNvPr>
          <p:cNvSpPr>
            <a:spLocks noGrp="1"/>
          </p:cNvSpPr>
          <p:nvPr>
            <p:ph type="dt" sz="half" idx="10"/>
          </p:nvPr>
        </p:nvSpPr>
        <p:spPr/>
        <p:txBody>
          <a:bodyPr/>
          <a:lstStyle>
            <a:lvl1pPr>
              <a:defRPr/>
            </a:lvl1pPr>
          </a:lstStyle>
          <a:p>
            <a:pPr>
              <a:defRPr/>
            </a:pPr>
            <a:fld id="{F37B79EE-056D-423B-9FAD-D2B46ED907DB}" type="datetime1">
              <a:rPr lang="en-IN"/>
              <a:pPr>
                <a:defRPr/>
              </a:pPr>
              <a:t>30-09-2026</a:t>
            </a:fld>
            <a:endParaRPr lang="en-IN" dirty="0"/>
          </a:p>
        </p:txBody>
      </p:sp>
      <p:sp>
        <p:nvSpPr>
          <p:cNvPr id="7" name="Footer Placeholder 8">
            <a:extLst>
              <a:ext uri="{FF2B5EF4-FFF2-40B4-BE49-F238E27FC236}">
                <a16:creationId xmlns:a16="http://schemas.microsoft.com/office/drawing/2014/main" id="{5BF03B5C-9F84-6C31-7EDB-2CDD889939CB}"/>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8" name="Slide Number Placeholder 9">
            <a:extLst>
              <a:ext uri="{FF2B5EF4-FFF2-40B4-BE49-F238E27FC236}">
                <a16:creationId xmlns:a16="http://schemas.microsoft.com/office/drawing/2014/main" id="{223D64E1-80A6-EF9F-F3B1-BAB399A59E70}"/>
              </a:ext>
            </a:extLst>
          </p:cNvPr>
          <p:cNvSpPr>
            <a:spLocks noGrp="1"/>
          </p:cNvSpPr>
          <p:nvPr>
            <p:ph type="sldNum" sz="quarter" idx="12"/>
          </p:nvPr>
        </p:nvSpPr>
        <p:spPr/>
        <p:txBody>
          <a:bodyPr/>
          <a:lstStyle>
            <a:lvl1pPr>
              <a:defRPr/>
            </a:lvl1pPr>
          </a:lstStyle>
          <a:p>
            <a:pPr>
              <a:defRPr/>
            </a:pPr>
            <a:fld id="{32616291-AF20-4666-BD65-F85D14BD3FEE}" type="slidenum">
              <a:rPr lang="en-IN"/>
              <a:pPr>
                <a:defRPr/>
              </a:pPr>
              <a:t>‹#›</a:t>
            </a:fld>
            <a:endParaRPr lang="en-IN"/>
          </a:p>
        </p:txBody>
      </p:sp>
    </p:spTree>
    <p:extLst>
      <p:ext uri="{BB962C8B-B14F-4D97-AF65-F5344CB8AC3E}">
        <p14:creationId xmlns:p14="http://schemas.microsoft.com/office/powerpoint/2010/main" val="4114151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FC01B291-AB8F-4C17-742A-DADBA5993B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66988" y="592138"/>
            <a:ext cx="761047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a:extLst>
              <a:ext uri="{FF2B5EF4-FFF2-40B4-BE49-F238E27FC236}">
                <a16:creationId xmlns:a16="http://schemas.microsoft.com/office/drawing/2014/main" id="{BBA614A3-A4C3-51AE-933C-46814AA14C5C}"/>
              </a:ext>
            </a:extLst>
          </p:cNvPr>
          <p:cNvSpPr txBox="1">
            <a:spLocks/>
          </p:cNvSpPr>
          <p:nvPr userDrawn="1"/>
        </p:nvSpPr>
        <p:spPr>
          <a:xfrm>
            <a:off x="10272713" y="6356350"/>
            <a:ext cx="1081087" cy="365125"/>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E8A6CFCD-9759-4FAF-92A6-EF19CB3B6449}" type="slidenum">
              <a:rPr lang="en-US" smtClean="0">
                <a:solidFill>
                  <a:prstClr val="black">
                    <a:tint val="75000"/>
                  </a:prstClr>
                </a:solidFill>
                <a:latin typeface="Calibri"/>
              </a:rPr>
              <a:pPr fontAlgn="auto">
                <a:spcBef>
                  <a:spcPts val="0"/>
                </a:spcBef>
                <a:spcAft>
                  <a:spcPts val="0"/>
                </a:spcAft>
                <a:defRPr/>
              </a:pPr>
              <a:t>‹#›</a:t>
            </a:fld>
            <a:endParaRPr lang="en-US">
              <a:solidFill>
                <a:prstClr val="black">
                  <a:tint val="75000"/>
                </a:prstClr>
              </a:solidFill>
              <a:latin typeface="Calibri"/>
            </a:endParaRPr>
          </a:p>
        </p:txBody>
      </p:sp>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7">
            <a:extLst>
              <a:ext uri="{FF2B5EF4-FFF2-40B4-BE49-F238E27FC236}">
                <a16:creationId xmlns:a16="http://schemas.microsoft.com/office/drawing/2014/main" id="{CF374630-F5C7-4F37-00F9-D946F614B257}"/>
              </a:ext>
            </a:extLst>
          </p:cNvPr>
          <p:cNvSpPr>
            <a:spLocks noGrp="1"/>
          </p:cNvSpPr>
          <p:nvPr>
            <p:ph type="dt" sz="half" idx="10"/>
          </p:nvPr>
        </p:nvSpPr>
        <p:spPr/>
        <p:txBody>
          <a:bodyPr/>
          <a:lstStyle>
            <a:lvl1pPr>
              <a:defRPr/>
            </a:lvl1pPr>
          </a:lstStyle>
          <a:p>
            <a:pPr>
              <a:defRPr/>
            </a:pPr>
            <a:fld id="{5C25C5AF-C771-43CE-9C7A-AF6EDAF4FF93}" type="datetime1">
              <a:rPr lang="en-IN"/>
              <a:pPr>
                <a:defRPr/>
              </a:pPr>
              <a:t>30-09-2026</a:t>
            </a:fld>
            <a:endParaRPr lang="en-IN" dirty="0"/>
          </a:p>
        </p:txBody>
      </p:sp>
      <p:sp>
        <p:nvSpPr>
          <p:cNvPr id="7" name="Footer Placeholder 8">
            <a:extLst>
              <a:ext uri="{FF2B5EF4-FFF2-40B4-BE49-F238E27FC236}">
                <a16:creationId xmlns:a16="http://schemas.microsoft.com/office/drawing/2014/main" id="{1A2F0BA3-29A0-63B8-4662-026E40077947}"/>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8" name="Slide Number Placeholder 9">
            <a:extLst>
              <a:ext uri="{FF2B5EF4-FFF2-40B4-BE49-F238E27FC236}">
                <a16:creationId xmlns:a16="http://schemas.microsoft.com/office/drawing/2014/main" id="{798B6427-1C43-2330-F247-FBA248388472}"/>
              </a:ext>
            </a:extLst>
          </p:cNvPr>
          <p:cNvSpPr>
            <a:spLocks noGrp="1"/>
          </p:cNvSpPr>
          <p:nvPr>
            <p:ph type="sldNum" sz="quarter" idx="12"/>
          </p:nvPr>
        </p:nvSpPr>
        <p:spPr/>
        <p:txBody>
          <a:bodyPr/>
          <a:lstStyle>
            <a:lvl1pPr>
              <a:defRPr/>
            </a:lvl1pPr>
          </a:lstStyle>
          <a:p>
            <a:pPr>
              <a:defRPr/>
            </a:pPr>
            <a:fld id="{14C8354B-375A-4655-93D6-A6DF24D1FB3B}" type="slidenum">
              <a:rPr lang="en-IN"/>
              <a:pPr>
                <a:defRPr/>
              </a:pPr>
              <a:t>‹#›</a:t>
            </a:fld>
            <a:endParaRPr lang="en-IN"/>
          </a:p>
        </p:txBody>
      </p:sp>
    </p:spTree>
    <p:extLst>
      <p:ext uri="{BB962C8B-B14F-4D97-AF65-F5344CB8AC3E}">
        <p14:creationId xmlns:p14="http://schemas.microsoft.com/office/powerpoint/2010/main" val="102234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120B10B1-56D8-C1C5-C0A4-F2D0717AFC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3400" y="-504825"/>
            <a:ext cx="32496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3">
            <a:extLst>
              <a:ext uri="{FF2B5EF4-FFF2-40B4-BE49-F238E27FC236}">
                <a16:creationId xmlns:a16="http://schemas.microsoft.com/office/drawing/2014/main" id="{4BC1497E-CAE0-EEBD-9F79-310CB87A043E}"/>
              </a:ext>
            </a:extLst>
          </p:cNvPr>
          <p:cNvSpPr txBox="1">
            <a:spLocks/>
          </p:cNvSpPr>
          <p:nvPr userDrawn="1"/>
        </p:nvSpPr>
        <p:spPr>
          <a:xfrm>
            <a:off x="10272713" y="6356350"/>
            <a:ext cx="1081087" cy="365125"/>
          </a:xfrm>
          <a:prstGeom prst="rect">
            <a:avLst/>
          </a:prstGeom>
        </p:spPr>
        <p:txBody>
          <a:bodyPr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2C6DFBE4-E000-4CC7-8E40-AE73A6ABDCF9}" type="slidenum">
              <a:rPr lang="en-US" smtClean="0">
                <a:solidFill>
                  <a:prstClr val="black">
                    <a:tint val="75000"/>
                  </a:prstClr>
                </a:solidFill>
                <a:latin typeface="Calibri"/>
              </a:rPr>
              <a:pPr fontAlgn="auto">
                <a:spcBef>
                  <a:spcPts val="0"/>
                </a:spcBef>
                <a:spcAft>
                  <a:spcPts val="0"/>
                </a:spcAft>
                <a:defRPr/>
              </a:pPr>
              <a:t>‹#›</a:t>
            </a:fld>
            <a:endParaRPr lang="en-US">
              <a:solidFill>
                <a:prstClr val="black">
                  <a:tint val="75000"/>
                </a:prstClr>
              </a:solidFill>
              <a:latin typeface="Calibri"/>
            </a:endParaRPr>
          </a:p>
        </p:txBody>
      </p:sp>
      <p:sp>
        <p:nvSpPr>
          <p:cNvPr id="4" name="Date Placeholder 5">
            <a:extLst>
              <a:ext uri="{FF2B5EF4-FFF2-40B4-BE49-F238E27FC236}">
                <a16:creationId xmlns:a16="http://schemas.microsoft.com/office/drawing/2014/main" id="{04E9413C-50DC-BB1C-7D20-B441000EF8F7}"/>
              </a:ext>
            </a:extLst>
          </p:cNvPr>
          <p:cNvSpPr>
            <a:spLocks noGrp="1"/>
          </p:cNvSpPr>
          <p:nvPr>
            <p:ph type="dt" sz="half" idx="10"/>
          </p:nvPr>
        </p:nvSpPr>
        <p:spPr/>
        <p:txBody>
          <a:bodyPr/>
          <a:lstStyle>
            <a:lvl1pPr>
              <a:defRPr/>
            </a:lvl1pPr>
          </a:lstStyle>
          <a:p>
            <a:pPr>
              <a:defRPr/>
            </a:pPr>
            <a:fld id="{C6A49760-9115-4B1B-B51E-CB2538ED579D}" type="datetime1">
              <a:rPr lang="en-IN"/>
              <a:pPr>
                <a:defRPr/>
              </a:pPr>
              <a:t>30-09-2026</a:t>
            </a:fld>
            <a:endParaRPr lang="en-IN" dirty="0"/>
          </a:p>
        </p:txBody>
      </p:sp>
      <p:sp>
        <p:nvSpPr>
          <p:cNvPr id="5" name="Footer Placeholder 6">
            <a:extLst>
              <a:ext uri="{FF2B5EF4-FFF2-40B4-BE49-F238E27FC236}">
                <a16:creationId xmlns:a16="http://schemas.microsoft.com/office/drawing/2014/main" id="{3DFCFC5B-7B66-7529-C70F-4018B8BE80DE}"/>
              </a:ext>
            </a:extLst>
          </p:cNvPr>
          <p:cNvSpPr>
            <a:spLocks noGrp="1"/>
          </p:cNvSpPr>
          <p:nvPr>
            <p:ph type="ftr" sz="quarter" idx="11"/>
          </p:nvPr>
        </p:nvSpPr>
        <p:spPr/>
        <p:txBody>
          <a:bodyPr/>
          <a:lstStyle>
            <a:lvl1pPr>
              <a:defRPr/>
            </a:lvl1pPr>
          </a:lstStyle>
          <a:p>
            <a:pPr>
              <a:defRPr/>
            </a:pPr>
            <a:r>
              <a:rPr lang="it-IT"/>
              <a:t>DWDM                                                        T. Sudha Rani Associate Professor</a:t>
            </a:r>
            <a:endParaRPr lang="en-IN"/>
          </a:p>
        </p:txBody>
      </p:sp>
      <p:sp>
        <p:nvSpPr>
          <p:cNvPr id="6" name="Slide Number Placeholder 7">
            <a:extLst>
              <a:ext uri="{FF2B5EF4-FFF2-40B4-BE49-F238E27FC236}">
                <a16:creationId xmlns:a16="http://schemas.microsoft.com/office/drawing/2014/main" id="{9660D832-DBFF-035A-0AAB-971E8DB53628}"/>
              </a:ext>
            </a:extLst>
          </p:cNvPr>
          <p:cNvSpPr>
            <a:spLocks noGrp="1"/>
          </p:cNvSpPr>
          <p:nvPr>
            <p:ph type="sldNum" sz="quarter" idx="12"/>
          </p:nvPr>
        </p:nvSpPr>
        <p:spPr/>
        <p:txBody>
          <a:bodyPr/>
          <a:lstStyle>
            <a:lvl1pPr>
              <a:defRPr/>
            </a:lvl1pPr>
          </a:lstStyle>
          <a:p>
            <a:pPr>
              <a:defRPr/>
            </a:pPr>
            <a:fld id="{DE084D4D-E19E-48DA-83C4-C8B78B791DB6}" type="slidenum">
              <a:rPr lang="en-IN"/>
              <a:pPr>
                <a:defRPr/>
              </a:pPr>
              <a:t>‹#›</a:t>
            </a:fld>
            <a:endParaRPr lang="en-IN"/>
          </a:p>
        </p:txBody>
      </p:sp>
    </p:spTree>
    <p:extLst>
      <p:ext uri="{BB962C8B-B14F-4D97-AF65-F5344CB8AC3E}">
        <p14:creationId xmlns:p14="http://schemas.microsoft.com/office/powerpoint/2010/main" val="2687262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PlaceHolder 1">
            <a:extLst>
              <a:ext uri="{FF2B5EF4-FFF2-40B4-BE49-F238E27FC236}">
                <a16:creationId xmlns:a16="http://schemas.microsoft.com/office/drawing/2014/main" id="{E7EABC73-E0FC-C7B4-1DBB-94B851984C2B}"/>
              </a:ext>
            </a:extLst>
          </p:cNvPr>
          <p:cNvSpPr>
            <a:spLocks noGrp="1" noChangeArrowheads="1"/>
          </p:cNvSpPr>
          <p:nvPr>
            <p:ph type="title"/>
          </p:nvPr>
        </p:nvSpPr>
        <p:spPr bwMode="auto">
          <a:xfrm>
            <a:off x="609600" y="273050"/>
            <a:ext cx="109728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the title text format</a:t>
            </a:r>
          </a:p>
        </p:txBody>
      </p:sp>
      <p:sp>
        <p:nvSpPr>
          <p:cNvPr id="3" name="PlaceHolder 2">
            <a:extLst>
              <a:ext uri="{FF2B5EF4-FFF2-40B4-BE49-F238E27FC236}">
                <a16:creationId xmlns:a16="http://schemas.microsoft.com/office/drawing/2014/main" id="{975FF201-FB42-8301-14B1-B05515652F17}"/>
              </a:ext>
            </a:extLst>
          </p:cNvPr>
          <p:cNvSpPr>
            <a:spLocks noGrp="1"/>
          </p:cNvSpPr>
          <p:nvPr>
            <p:ph type="body"/>
          </p:nvPr>
        </p:nvSpPr>
        <p:spPr>
          <a:xfrm>
            <a:off x="609600" y="1604963"/>
            <a:ext cx="10972800" cy="3976687"/>
          </a:xfrm>
          <a:prstGeom prst="rect">
            <a:avLst/>
          </a:prstGeom>
        </p:spPr>
        <p:txBody>
          <a:bodyPr lIns="0" tIns="0" rIns="0" bIns="0">
            <a:normAutofit/>
          </a:bodyPr>
          <a:lstStyle/>
          <a:p>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Slide Number Placeholder 3">
            <a:extLst>
              <a:ext uri="{FF2B5EF4-FFF2-40B4-BE49-F238E27FC236}">
                <a16:creationId xmlns:a16="http://schemas.microsoft.com/office/drawing/2014/main" id="{A8F1F351-4F57-CBC1-C26F-08BFE57E9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fld id="{560ACB59-8CEE-4B6F-B41B-7DE652E70072}" type="slidenum">
              <a:rPr lang="en-IN"/>
              <a:pPr>
                <a:defRPr/>
              </a:pPr>
              <a:t>‹#›</a:t>
            </a:fld>
            <a:endParaRPr lang="en-IN"/>
          </a:p>
        </p:txBody>
      </p:sp>
      <p:sp>
        <p:nvSpPr>
          <p:cNvPr id="2" name="Date Placeholder 1">
            <a:extLst>
              <a:ext uri="{FF2B5EF4-FFF2-40B4-BE49-F238E27FC236}">
                <a16:creationId xmlns:a16="http://schemas.microsoft.com/office/drawing/2014/main" id="{E9FD674D-38F3-C3F8-F6AF-EE7D74281720}"/>
              </a:ext>
            </a:extLst>
          </p:cNvPr>
          <p:cNvSpPr>
            <a:spLocks noGrp="1"/>
          </p:cNvSpPr>
          <p:nvPr>
            <p:ph type="dt" sz="half" idx="2"/>
          </p:nvPr>
        </p:nvSpPr>
        <p:spPr>
          <a:xfrm>
            <a:off x="304800" y="6356350"/>
            <a:ext cx="1676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F0D3F00B-89EF-45E7-9247-379FE446EBC0}" type="datetime1">
              <a:rPr lang="en-IN"/>
              <a:pPr>
                <a:defRPr/>
              </a:pPr>
              <a:t>30-09-2026</a:t>
            </a:fld>
            <a:endParaRPr lang="en-IN" dirty="0"/>
          </a:p>
        </p:txBody>
      </p:sp>
      <p:sp>
        <p:nvSpPr>
          <p:cNvPr id="5" name="Footer Placeholder 4">
            <a:extLst>
              <a:ext uri="{FF2B5EF4-FFF2-40B4-BE49-F238E27FC236}">
                <a16:creationId xmlns:a16="http://schemas.microsoft.com/office/drawing/2014/main" id="{31E6C8B2-A35C-C559-5440-B67FBC63985F}"/>
              </a:ext>
            </a:extLst>
          </p:cNvPr>
          <p:cNvSpPr>
            <a:spLocks noGrp="1"/>
          </p:cNvSpPr>
          <p:nvPr>
            <p:ph type="ftr" sz="quarter" idx="3"/>
          </p:nvPr>
        </p:nvSpPr>
        <p:spPr>
          <a:xfrm>
            <a:off x="2590800" y="6356350"/>
            <a:ext cx="5562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it-IT"/>
              <a:t>DWDM                                                        T. Sudha Rani Associate Professor</a:t>
            </a:r>
            <a:endParaRPr lang="en-IN"/>
          </a:p>
        </p:txBody>
      </p:sp>
    </p:spTree>
  </p:cSld>
  <p:clrMap bg1="lt1" tx1="dk1" bg2="lt2" tx2="dk2" accent1="accent1" accent2="accent2" accent3="accent3" accent4="accent4" accent5="accent5" accent6="accent6" hlink="hlink" folHlink="folHlink"/>
  <p:sldLayoutIdLst>
    <p:sldLayoutId id="2147484605" r:id="rId1"/>
    <p:sldLayoutId id="2147484606" r:id="rId2"/>
    <p:sldLayoutId id="2147484607" r:id="rId3"/>
    <p:sldLayoutId id="2147484608" r:id="rId4"/>
    <p:sldLayoutId id="2147484609" r:id="rId5"/>
    <p:sldLayoutId id="2147484610" r:id="rId6"/>
    <p:sldLayoutId id="2147484611" r:id="rId7"/>
    <p:sldLayoutId id="2147484612" r:id="rId8"/>
    <p:sldLayoutId id="2147484613" r:id="rId9"/>
    <p:sldLayoutId id="2147484614" r:id="rId10"/>
    <p:sldLayoutId id="2147484615" r:id="rId11"/>
    <p:sldLayoutId id="2147484616" r:id="rId12"/>
    <p:sldLayoutId id="2147484617" r:id="rId13"/>
    <p:sldLayoutId id="2147484618" r:id="rId14"/>
    <p:sldLayoutId id="2147484619" r:id="rId15"/>
  </p:sldLayoutIdLst>
  <p:hf sldNum="0" hdr="0"/>
  <p:txStyles>
    <p:titleStyle>
      <a:lvl1pPr algn="ctr" rtl="0" eaLnBrk="0" fontAlgn="base" hangingPunct="0">
        <a:spcBef>
          <a:spcPct val="0"/>
        </a:spcBef>
        <a:spcAft>
          <a:spcPct val="0"/>
        </a:spcAft>
        <a:defRPr sz="4400">
          <a:solidFill>
            <a:schemeClr val="tx2"/>
          </a:solidFill>
          <a:latin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eaLnBrk="0" fontAlgn="base" hangingPunct="0">
        <a:spcBef>
          <a:spcPct val="0"/>
        </a:spcBef>
        <a:spcAft>
          <a:spcPct val="0"/>
        </a:spcAft>
        <a:defRPr sz="4400">
          <a:solidFill>
            <a:schemeClr val="tx2"/>
          </a:solidFill>
          <a:latin typeface="Arial" panose="020B0604020202020204" pitchFamily="34" charset="0"/>
        </a:defRPr>
      </a:lvl6pPr>
      <a:lvl7pPr marL="914400" algn="ctr" rtl="0" eaLnBrk="0" fontAlgn="base" hangingPunct="0">
        <a:spcBef>
          <a:spcPct val="0"/>
        </a:spcBef>
        <a:spcAft>
          <a:spcPct val="0"/>
        </a:spcAft>
        <a:defRPr sz="4400">
          <a:solidFill>
            <a:schemeClr val="tx2"/>
          </a:solidFill>
          <a:latin typeface="Arial" panose="020B0604020202020204" pitchFamily="34" charset="0"/>
        </a:defRPr>
      </a:lvl7pPr>
      <a:lvl8pPr marL="1371600" algn="ctr" rtl="0" eaLnBrk="0" fontAlgn="base" hangingPunct="0">
        <a:spcBef>
          <a:spcPct val="0"/>
        </a:spcBef>
        <a:spcAft>
          <a:spcPct val="0"/>
        </a:spcAft>
        <a:defRPr sz="4400">
          <a:solidFill>
            <a:schemeClr val="tx2"/>
          </a:solidFill>
          <a:latin typeface="Arial" panose="020B0604020202020204" pitchFamily="34" charset="0"/>
        </a:defRPr>
      </a:lvl8pPr>
      <a:lvl9pPr marL="1828800" algn="ctr" rtl="0" eaLnBrk="0" fontAlgn="base" hangingPunct="0">
        <a:spcBef>
          <a:spcPct val="0"/>
        </a:spcBef>
        <a:spcAft>
          <a:spcPct val="0"/>
        </a:spcAft>
        <a:defRPr sz="4400">
          <a:solidFill>
            <a:schemeClr val="tx2"/>
          </a:solidFill>
          <a:latin typeface="Arial" panose="020B0604020202020204" pitchFamily="34" charset="0"/>
        </a:defRPr>
      </a:lvl9pPr>
    </p:titleStyle>
    <p:bodyStyle>
      <a:lvl1pPr marL="431800" indent="-323850" algn="l" rtl="0" eaLnBrk="0" fontAlgn="base" hangingPunct="0">
        <a:spcBef>
          <a:spcPts val="1413"/>
        </a:spcBef>
        <a:spcAft>
          <a:spcPct val="0"/>
        </a:spcAft>
        <a:buClr>
          <a:srgbClr val="000000"/>
        </a:buClr>
        <a:buSzPct val="45000"/>
        <a:buFont typeface="Wingdings" panose="05000000000000000000" pitchFamily="2" charset="2"/>
        <a:buChar char=""/>
        <a:defRPr>
          <a:solidFill>
            <a:schemeClr val="tx1"/>
          </a:solidFill>
          <a:latin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F664B3-8860-C4DD-1ECE-BE90B0E5C87D}"/>
              </a:ext>
            </a:extLst>
          </p:cNvPr>
          <p:cNvSpPr txBox="1">
            <a:spLocks/>
          </p:cNvSpPr>
          <p:nvPr/>
        </p:nvSpPr>
        <p:spPr>
          <a:xfrm>
            <a:off x="685800" y="2817813"/>
            <a:ext cx="10696575" cy="992187"/>
          </a:xfrm>
          <a:prstGeom prst="rect">
            <a:avLst/>
          </a:prstGeom>
        </p:spPr>
        <p:txBody>
          <a:bodyPr anchor="b"/>
          <a:lstStyle/>
          <a:p>
            <a:pPr>
              <a:defRPr sz="3600" b="1">
                <a:solidFill>
                  <a:srgbClr val="0F172A"/>
                </a:solidFill>
                <a:latin typeface="Calibri"/>
              </a:defRPr>
            </a:pPr>
            <a:r>
              <a:t>AI Travel Assistant Chatbot</a:t>
            </a:r>
          </a:p>
          <a:p>
            <a:pPr>
              <a:defRPr sz="2000" b="1">
                <a:solidFill>
                  <a:srgbClr val="10A37F"/>
                </a:solidFill>
                <a:latin typeface="Calibri"/>
              </a:defRPr>
            </a:pPr>
            <a:r>
              <a:t>Using Natural Language Processing &amp; Generative AI</a:t>
            </a:r>
          </a:p>
        </p:txBody>
      </p:sp>
      <p:sp>
        <p:nvSpPr>
          <p:cNvPr id="6" name="Subtitle 2">
            <a:extLst>
              <a:ext uri="{FF2B5EF4-FFF2-40B4-BE49-F238E27FC236}">
                <a16:creationId xmlns:a16="http://schemas.microsoft.com/office/drawing/2014/main" id="{576600BD-BF92-84EA-EC9E-456215DC561B}"/>
              </a:ext>
            </a:extLst>
          </p:cNvPr>
          <p:cNvSpPr txBox="1">
            <a:spLocks/>
          </p:cNvSpPr>
          <p:nvPr/>
        </p:nvSpPr>
        <p:spPr>
          <a:xfrm>
            <a:off x="3962400" y="3810000"/>
            <a:ext cx="8077200" cy="2082800"/>
          </a:xfrm>
          <a:prstGeom prst="rect">
            <a:avLst/>
          </a:prstGeom>
        </p:spPr>
        <p:txBody>
          <a:bodyPr>
            <a:normAutofit/>
          </a:bodyPr>
          <a:lstStyle/>
          <a:p>
            <a:pPr>
              <a:defRPr sz="1400" b="1">
                <a:solidFill>
                  <a:srgbClr val="64748B"/>
                </a:solidFill>
                <a:latin typeface="Calibri"/>
              </a:defRPr>
            </a:pPr>
            <a:r>
              <a:t>B.Tech CSE • Minor Project Review</a:t>
            </a:r>
          </a:p>
          <a:p>
            <a:pPr>
              <a:spcAft>
                <a:spcPts val="1000"/>
              </a:spcAft>
              <a:defRPr sz="1300">
                <a:solidFill>
                  <a:srgbClr val="475569"/>
                </a:solidFill>
                <a:latin typeface="Calibri"/>
              </a:defRPr>
            </a:pPr>
            <a:r>
              <a:t>Aditya University — Department of Computer Science &amp; Engineering</a:t>
            </a:r>
          </a:p>
          <a:p>
            <a:pPr>
              <a:defRPr sz="1200" b="1">
                <a:solidFill>
                  <a:srgbClr val="1E293B"/>
                </a:solidFill>
                <a:latin typeface="Calibri"/>
              </a:defRPr>
            </a:pPr>
            <a:r>
              <a:t>Team Members:</a:t>
            </a:r>
            <a:br/>
            <a:r>
              <a:t>• N. Bhavya Sri (24B11CS320)  |  • T. Lavanya (24B11CS207)  |  • S. Sri Hasini (25B21CS029)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8" name="Title 6">
            <a:extLst>
              <a:ext uri="{FF2B5EF4-FFF2-40B4-BE49-F238E27FC236}">
                <a16:creationId xmlns:a16="http://schemas.microsoft.com/office/drawing/2014/main" id="{0DD8AE19-42B8-CFB3-CF01-5404FED2E4AA}"/>
              </a:ext>
            </a:extLst>
          </p:cNvPr>
          <p:cNvSpPr>
            <a:spLocks noGrp="1" noChangeArrowheads="1"/>
          </p:cNvSpPr>
          <p:nvPr>
            <p:ph type="title"/>
          </p:nvPr>
        </p:nvSpPr>
        <p:spPr>
          <a:xfrm>
            <a:off x="609600" y="273050"/>
            <a:ext cx="10972800" cy="565150"/>
          </a:xfrm>
        </p:spPr>
        <p:txBody>
          <a:bodyPr/>
          <a:lstStyle/>
          <a:p>
            <a:r>
              <a:rPr lang="en-US" altLang="en-US" sz="4800">
                <a:latin typeface="Times New Roman" panose="02020603050405020304" pitchFamily="18" charset="0"/>
                <a:cs typeface="Times New Roman" panose="02020603050405020304" pitchFamily="18" charset="0"/>
              </a:rPr>
              <a:t>CONTENTS</a:t>
            </a:r>
            <a:endParaRPr lang="en-IN" altLang="en-US" sz="4800">
              <a:latin typeface="Times New Roman" panose="02020603050405020304" pitchFamily="18" charset="0"/>
              <a:cs typeface="Times New Roman" panose="02020603050405020304" pitchFamily="18" charset="0"/>
            </a:endParaRPr>
          </a:p>
        </p:txBody>
      </p:sp>
      <p:sp>
        <p:nvSpPr>
          <p:cNvPr id="21509" name="Rounded Rectangle 21508"/>
          <p:cNvSpPr/>
          <p:nvPr/>
        </p:nvSpPr>
        <p:spPr>
          <a:xfrm>
            <a:off x="73152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0" name="TextBox 21509"/>
          <p:cNvSpPr txBox="1"/>
          <p:nvPr/>
        </p:nvSpPr>
        <p:spPr>
          <a:xfrm>
            <a:off x="91440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Project Agenda (Part 1)</a:t>
            </a:r>
          </a:p>
          <a:p>
            <a:pPr>
              <a:spcAft>
                <a:spcPts val="600"/>
              </a:spcAft>
              <a:defRPr sz="1000" b="1">
                <a:solidFill>
                  <a:srgbClr val="0284C7"/>
                </a:solidFill>
                <a:latin typeface="Calibri"/>
              </a:defRPr>
            </a:pPr>
            <a:r>
              <a:t>FOUNDATIONS</a:t>
            </a:r>
          </a:p>
          <a:p>
            <a:pPr>
              <a:spcAft>
                <a:spcPts val="400"/>
              </a:spcAft>
            </a:pPr>
            <a:r>
              <a:rPr sz="1100" b="1">
                <a:solidFill>
                  <a:srgbClr val="1E293B"/>
                </a:solidFill>
                <a:latin typeface="Calibri"/>
              </a:rPr>
              <a:t>• 01. Introduction: </a:t>
            </a:r>
            <a:r>
              <a:rPr sz="1100" b="0">
                <a:solidFill>
                  <a:srgbClr val="475569"/>
                </a:solidFill>
                <a:latin typeface="Calibri"/>
              </a:rPr>
              <a:t>Project concept, travel domain, significance &amp; team motivation</a:t>
            </a:r>
          </a:p>
          <a:p>
            <a:pPr>
              <a:spcAft>
                <a:spcPts val="400"/>
              </a:spcAft>
            </a:pPr>
            <a:r>
              <a:rPr sz="1100" b="1">
                <a:solidFill>
                  <a:srgbClr val="1E293B"/>
                </a:solidFill>
                <a:latin typeface="Calibri"/>
              </a:rPr>
              <a:t>• 02. Problem Definition: </a:t>
            </a:r>
            <a:r>
              <a:rPr sz="1100" b="0">
                <a:solidFill>
                  <a:srgbClr val="475569"/>
                </a:solidFill>
                <a:latin typeface="Calibri"/>
              </a:rPr>
              <a:t>Information overload, difficulties faced &amp; existing chatbot limitations</a:t>
            </a:r>
          </a:p>
          <a:p>
            <a:pPr>
              <a:spcAft>
                <a:spcPts val="400"/>
              </a:spcAft>
            </a:pPr>
            <a:r>
              <a:rPr sz="1100" b="1">
                <a:solidFill>
                  <a:srgbClr val="1E293B"/>
                </a:solidFill>
                <a:latin typeface="Calibri"/>
              </a:rPr>
              <a:t>• 03. Proposed Solution: </a:t>
            </a:r>
            <a:r>
              <a:rPr sz="1100" b="0">
                <a:solidFill>
                  <a:srgbClr val="475569"/>
                </a:solidFill>
                <a:latin typeface="Calibri"/>
              </a:rPr>
              <a:t>ChatGPT-style conversation, voice readout, photo cards &amp; budget plans</a:t>
            </a:r>
          </a:p>
          <a:p>
            <a:pPr>
              <a:spcAft>
                <a:spcPts val="400"/>
              </a:spcAft>
            </a:pPr>
            <a:r>
              <a:rPr sz="1100" b="1">
                <a:solidFill>
                  <a:srgbClr val="1E293B"/>
                </a:solidFill>
                <a:latin typeface="Calibri"/>
              </a:rPr>
              <a:t>• 04. Proposed Workflow: </a:t>
            </a:r>
            <a:r>
              <a:rPr sz="1100" b="0">
                <a:solidFill>
                  <a:srgbClr val="475569"/>
                </a:solidFill>
                <a:latin typeface="Calibri"/>
              </a:rPr>
              <a:t>End-to-end architecture from user speech/text input to real-time response</a:t>
            </a:r>
          </a:p>
          <a:p>
            <a:pPr>
              <a:spcAft>
                <a:spcPts val="400"/>
              </a:spcAft>
            </a:pPr>
            <a:r>
              <a:rPr sz="1100" b="1">
                <a:solidFill>
                  <a:srgbClr val="1E293B"/>
                </a:solidFill>
                <a:latin typeface="Calibri"/>
              </a:rPr>
              <a:t>• 05. Data Used: </a:t>
            </a:r>
            <a:r>
              <a:rPr sz="1100" b="0">
                <a:solidFill>
                  <a:srgbClr val="475569"/>
                </a:solidFill>
                <a:latin typeface="Calibri"/>
              </a:rPr>
              <a:t>Curated travel dataset, Unsplash visuals &amp; dynamic global synthesizer</a:t>
            </a:r>
          </a:p>
        </p:txBody>
      </p:sp>
      <p:sp>
        <p:nvSpPr>
          <p:cNvPr id="21511" name="Rounded Rectangle 21510"/>
          <p:cNvSpPr/>
          <p:nvPr/>
        </p:nvSpPr>
        <p:spPr>
          <a:xfrm>
            <a:off x="626364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2" name="TextBox 21511"/>
          <p:cNvSpPr txBox="1"/>
          <p:nvPr/>
        </p:nvSpPr>
        <p:spPr>
          <a:xfrm>
            <a:off x="644652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Implementation &amp; Outcomes (Part 2)</a:t>
            </a:r>
          </a:p>
          <a:p>
            <a:pPr>
              <a:spcAft>
                <a:spcPts val="600"/>
              </a:spcAft>
              <a:defRPr sz="1000" b="1">
                <a:solidFill>
                  <a:srgbClr val="0284C7"/>
                </a:solidFill>
                <a:latin typeface="Calibri"/>
              </a:defRPr>
            </a:pPr>
            <a:r>
              <a:t>EXECUTION</a:t>
            </a:r>
          </a:p>
          <a:p>
            <a:pPr>
              <a:spcAft>
                <a:spcPts val="400"/>
              </a:spcAft>
            </a:pPr>
            <a:r>
              <a:rPr sz="1100" b="1">
                <a:solidFill>
                  <a:srgbClr val="1E293B"/>
                </a:solidFill>
                <a:latin typeface="Calibri"/>
              </a:rPr>
              <a:t>• 06. Core Modules: </a:t>
            </a:r>
            <a:r>
              <a:rPr sz="1100" b="0">
                <a:solidFill>
                  <a:srgbClr val="475569"/>
                </a:solidFill>
                <a:latin typeface="Calibri"/>
              </a:rPr>
              <a:t>Text preprocessing, feature extraction (TF-IDF), and Python NLTK pipeline</a:t>
            </a:r>
          </a:p>
          <a:p>
            <a:pPr>
              <a:spcAft>
                <a:spcPts val="400"/>
              </a:spcAft>
            </a:pPr>
            <a:r>
              <a:rPr sz="1100" b="1">
                <a:solidFill>
                  <a:srgbClr val="1E293B"/>
                </a:solidFill>
                <a:latin typeface="Calibri"/>
              </a:rPr>
              <a:t>• 07. NLP / ML Algorithms (Part 1): </a:t>
            </a:r>
            <a:r>
              <a:rPr sz="1100" b="0">
                <a:solidFill>
                  <a:srgbClr val="475569"/>
                </a:solidFill>
                <a:latin typeface="Calibri"/>
              </a:rPr>
              <a:t>TF-IDF word weighting, N-gram phrase modeling, and Word2Vec semantics</a:t>
            </a:r>
          </a:p>
          <a:p>
            <a:pPr>
              <a:spcAft>
                <a:spcPts val="400"/>
              </a:spcAft>
            </a:pPr>
            <a:r>
              <a:rPr sz="1100" b="1">
                <a:solidFill>
                  <a:srgbClr val="1E293B"/>
                </a:solidFill>
                <a:latin typeface="Calibri"/>
              </a:rPr>
              <a:t>• 08. NLP / ML Algorithms (Part 2): </a:t>
            </a:r>
            <a:r>
              <a:rPr sz="1100" b="0">
                <a:solidFill>
                  <a:srgbClr val="475569"/>
                </a:solidFill>
                <a:latin typeface="Calibri"/>
              </a:rPr>
              <a:t>Logistic Regression intent classifier, SVM boundaries &amp; Google Gemini AI</a:t>
            </a:r>
          </a:p>
          <a:p>
            <a:pPr>
              <a:spcAft>
                <a:spcPts val="400"/>
              </a:spcAft>
            </a:pPr>
            <a:r>
              <a:rPr sz="1100" b="1">
                <a:solidFill>
                  <a:srgbClr val="1E293B"/>
                </a:solidFill>
                <a:latin typeface="Calibri"/>
              </a:rPr>
              <a:t>• 09. Output / Live Results: </a:t>
            </a:r>
            <a:r>
              <a:rPr sz="1100" b="0">
                <a:solidFill>
                  <a:srgbClr val="475569"/>
                </a:solidFill>
                <a:latin typeface="Calibri"/>
              </a:rPr>
              <a:t>Demonstration with greetings, hill stations, Hyderabad showcase &amp; budget itineraries</a:t>
            </a:r>
          </a:p>
          <a:p>
            <a:pPr>
              <a:spcAft>
                <a:spcPts val="400"/>
              </a:spcAft>
            </a:pPr>
            <a:r>
              <a:rPr sz="1100" b="1">
                <a:solidFill>
                  <a:srgbClr val="1E293B"/>
                </a:solidFill>
                <a:latin typeface="Calibri"/>
              </a:rPr>
              <a:t>• 10. Conclusion &amp; Future Scope: </a:t>
            </a:r>
            <a:r>
              <a:rPr sz="1100" b="0">
                <a:solidFill>
                  <a:srgbClr val="475569"/>
                </a:solidFill>
                <a:latin typeface="Calibri"/>
              </a:rPr>
              <a:t>Project summary, booking API roadmap, multilingual voice &amp; navigation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6" name="Title 6">
            <a:extLst>
              <a:ext uri="{FF2B5EF4-FFF2-40B4-BE49-F238E27FC236}">
                <a16:creationId xmlns:a16="http://schemas.microsoft.com/office/drawing/2014/main" id="{6EF3C2AD-AB87-88A1-5A93-E162D8943612}"/>
              </a:ext>
            </a:extLst>
          </p:cNvPr>
          <p:cNvSpPr>
            <a:spLocks noGrp="1" noChangeArrowheads="1"/>
          </p:cNvSpPr>
          <p:nvPr>
            <p:ph type="title"/>
          </p:nvPr>
        </p:nvSpPr>
        <p:spPr/>
        <p:txBody>
          <a:bodyPr/>
          <a:lstStyle/>
          <a:p>
            <a:r>
              <a:rPr lang="en-US" altLang="en-US" sz="4800">
                <a:solidFill>
                  <a:srgbClr val="FF0000"/>
                </a:solidFill>
                <a:latin typeface="Times New Roman" panose="02020603050405020304" pitchFamily="18" charset="0"/>
                <a:cs typeface="Times New Roman" panose="02020603050405020304" pitchFamily="18" charset="0"/>
              </a:rPr>
              <a:t>Introduction</a:t>
            </a:r>
            <a:br>
              <a:rPr lang="en-US" altLang="en-US" sz="4800">
                <a:solidFill>
                  <a:srgbClr val="FF0000"/>
                </a:solidFill>
                <a:latin typeface="Times New Roman" panose="02020603050405020304" pitchFamily="18" charset="0"/>
                <a:cs typeface="Times New Roman" panose="02020603050405020304" pitchFamily="18" charset="0"/>
              </a:rPr>
            </a:br>
            <a:endParaRPr lang="en-IN" altLang="en-US" sz="4800">
              <a:latin typeface="Times New Roman" panose="02020603050405020304" pitchFamily="18" charset="0"/>
              <a:cs typeface="Times New Roman" panose="02020603050405020304" pitchFamily="18" charset="0"/>
            </a:endParaRPr>
          </a:p>
        </p:txBody>
      </p:sp>
      <p:sp>
        <p:nvSpPr>
          <p:cNvPr id="23557" name="Rounded Rectangle 23556"/>
          <p:cNvSpPr/>
          <p:nvPr/>
        </p:nvSpPr>
        <p:spPr>
          <a:xfrm>
            <a:off x="73152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8" name="TextBox 23557"/>
          <p:cNvSpPr txBox="1"/>
          <p:nvPr/>
        </p:nvSpPr>
        <p:spPr>
          <a:xfrm>
            <a:off x="91440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Project Concept &amp; Domain</a:t>
            </a:r>
          </a:p>
          <a:p>
            <a:pPr>
              <a:spcAft>
                <a:spcPts val="600"/>
              </a:spcAft>
              <a:defRPr sz="1000" b="1">
                <a:solidFill>
                  <a:srgbClr val="0284C7"/>
                </a:solidFill>
                <a:latin typeface="Calibri"/>
              </a:defRPr>
            </a:pPr>
            <a:r>
              <a:t>WHAT IS IT?</a:t>
            </a:r>
          </a:p>
          <a:p>
            <a:pPr>
              <a:spcAft>
                <a:spcPts val="400"/>
              </a:spcAft>
            </a:pPr>
            <a:r>
              <a:rPr sz="1100" b="1">
                <a:solidFill>
                  <a:srgbClr val="1E293B"/>
                </a:solidFill>
                <a:latin typeface="Calibri"/>
              </a:rPr>
              <a:t>• What is the project about?: </a:t>
            </a:r>
            <a:r>
              <a:rPr sz="1100" b="0">
                <a:solidFill>
                  <a:srgbClr val="475569"/>
                </a:solidFill>
                <a:latin typeface="Calibri"/>
              </a:rPr>
              <a:t>An intelligent, voice-enabled AI travel assistant website that helps users discover destinations, view authentic food &amp; attraction photos, and generate day-by-day itineraries through natural conversation.</a:t>
            </a:r>
          </a:p>
          <a:p>
            <a:pPr>
              <a:spcAft>
                <a:spcPts val="400"/>
              </a:spcAft>
            </a:pPr>
            <a:r>
              <a:rPr sz="1100" b="1">
                <a:solidFill>
                  <a:srgbClr val="1E293B"/>
                </a:solidFill>
                <a:latin typeface="Calibri"/>
              </a:rPr>
              <a:t>• What is the application domain?: </a:t>
            </a:r>
            <a:r>
              <a:rPr sz="1100" b="0">
                <a:solidFill>
                  <a:srgbClr val="475569"/>
                </a:solidFill>
                <a:latin typeface="Calibri"/>
              </a:rPr>
              <a:t>Natural Language Processing (NLP), Conversational Artificial Intelligence, and Smart Tourism Technology.</a:t>
            </a:r>
          </a:p>
          <a:p>
            <a:pPr>
              <a:spcAft>
                <a:spcPts val="400"/>
              </a:spcAft>
            </a:pPr>
            <a:r>
              <a:rPr sz="1100" b="1">
                <a:solidFill>
                  <a:srgbClr val="1E293B"/>
                </a:solidFill>
                <a:latin typeface="Calibri"/>
              </a:rPr>
              <a:t>• Interactive Experience: </a:t>
            </a:r>
            <a:r>
              <a:rPr sz="1100" b="0">
                <a:solidFill>
                  <a:srgbClr val="475569"/>
                </a:solidFill>
                <a:latin typeface="Calibri"/>
              </a:rPr>
              <a:t>Provides a clean ChatGPT-like experience where travelers can type queries or speak hands-free via microphone.</a:t>
            </a:r>
          </a:p>
        </p:txBody>
      </p:sp>
      <p:sp>
        <p:nvSpPr>
          <p:cNvPr id="23559" name="Rounded Rectangle 23558"/>
          <p:cNvSpPr/>
          <p:nvPr/>
        </p:nvSpPr>
        <p:spPr>
          <a:xfrm>
            <a:off x="626364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0" name="TextBox 23559"/>
          <p:cNvSpPr txBox="1"/>
          <p:nvPr/>
        </p:nvSpPr>
        <p:spPr>
          <a:xfrm>
            <a:off x="644652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Significance &amp; Team Motivation</a:t>
            </a:r>
          </a:p>
          <a:p>
            <a:pPr>
              <a:spcAft>
                <a:spcPts val="600"/>
              </a:spcAft>
              <a:defRPr sz="1000" b="1">
                <a:solidFill>
                  <a:srgbClr val="0284C7"/>
                </a:solidFill>
                <a:latin typeface="Calibri"/>
              </a:defRPr>
            </a:pPr>
            <a:r>
              <a:t>WHY THIS MATTERS</a:t>
            </a:r>
          </a:p>
          <a:p>
            <a:pPr>
              <a:spcAft>
                <a:spcPts val="400"/>
              </a:spcAft>
            </a:pPr>
            <a:r>
              <a:rPr sz="1100" b="1">
                <a:solidFill>
                  <a:srgbClr val="1E293B"/>
                </a:solidFill>
                <a:latin typeface="Calibri"/>
              </a:rPr>
              <a:t>• Why is this topic important?: </a:t>
            </a:r>
            <a:r>
              <a:rPr sz="1100" b="0">
                <a:solidFill>
                  <a:srgbClr val="475569"/>
                </a:solidFill>
                <a:latin typeface="Calibri"/>
              </a:rPr>
              <a:t>Travel planning today is frustrating and fragmented across 10+ unconnected websites, forums, and blogs. Travelers spend 8+ hours manually comparing sights, foods, and costs.</a:t>
            </a:r>
          </a:p>
          <a:p>
            <a:pPr>
              <a:spcAft>
                <a:spcPts val="400"/>
              </a:spcAft>
            </a:pPr>
            <a:r>
              <a:rPr sz="1100" b="1">
                <a:solidFill>
                  <a:srgbClr val="1E293B"/>
                </a:solidFill>
                <a:latin typeface="Calibri"/>
              </a:rPr>
              <a:t>• What motivated the team?: </a:t>
            </a:r>
            <a:r>
              <a:rPr sz="1100" b="0">
                <a:solidFill>
                  <a:srgbClr val="475569"/>
                </a:solidFill>
                <a:latin typeface="Calibri"/>
              </a:rPr>
              <a:t>Traditional chatbots only understand rigid button menus and give repetitive canned answers. We wanted to build a truly flexible conversational companion that understands everyday slang ('hlo', 'cooler place'), shows rich pictures, and speaks answers aloud.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4" name="Title 6">
            <a:extLst>
              <a:ext uri="{FF2B5EF4-FFF2-40B4-BE49-F238E27FC236}">
                <a16:creationId xmlns:a16="http://schemas.microsoft.com/office/drawing/2014/main" id="{E1638513-6272-4C36-A74C-3A7E31C6F69C}"/>
              </a:ext>
            </a:extLst>
          </p:cNvPr>
          <p:cNvSpPr>
            <a:spLocks noGrp="1" noChangeArrowheads="1"/>
          </p:cNvSpPr>
          <p:nvPr>
            <p:ph type="title"/>
          </p:nvPr>
        </p:nvSpPr>
        <p:spPr/>
        <p:txBody>
          <a:bodyPr/>
          <a:lstStyle/>
          <a:p>
            <a:r>
              <a:rPr lang="en-US" altLang="en-US" sz="4800">
                <a:solidFill>
                  <a:srgbClr val="FF0000"/>
                </a:solidFill>
                <a:latin typeface="Times New Roman" panose="02020603050405020304" pitchFamily="18" charset="0"/>
                <a:cs typeface="Times New Roman" panose="02020603050405020304" pitchFamily="18" charset="0"/>
              </a:rPr>
              <a:t>Problem Definition</a:t>
            </a:r>
          </a:p>
        </p:txBody>
      </p:sp>
      <p:sp>
        <p:nvSpPr>
          <p:cNvPr id="25605" name="Rounded Rectangle 25604"/>
          <p:cNvSpPr/>
          <p:nvPr/>
        </p:nvSpPr>
        <p:spPr>
          <a:xfrm>
            <a:off x="731520" y="1188720"/>
            <a:ext cx="5166360" cy="24231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06" name="TextBox 25605"/>
          <p:cNvSpPr txBox="1"/>
          <p:nvPr/>
        </p:nvSpPr>
        <p:spPr>
          <a:xfrm>
            <a:off x="914400" y="1353312"/>
            <a:ext cx="4800600" cy="2093976"/>
          </a:xfrm>
          <a:prstGeom prst="rect">
            <a:avLst/>
          </a:prstGeom>
          <a:noFill/>
        </p:spPr>
        <p:txBody>
          <a:bodyPr wrap="square" lIns="0" tIns="0" rIns="0" bIns="0">
            <a:spAutoFit/>
          </a:bodyPr>
          <a:lstStyle/>
          <a:p>
            <a:pPr>
              <a:spcAft>
                <a:spcPts val="400"/>
              </a:spcAft>
              <a:defRPr sz="1500" b="1">
                <a:solidFill>
                  <a:srgbClr val="0F766E"/>
                </a:solidFill>
                <a:latin typeface="Calibri"/>
              </a:defRPr>
            </a:pPr>
            <a:r>
              <a:t>1. Existing Problem &amp; Difficulties</a:t>
            </a:r>
          </a:p>
          <a:p>
            <a:pPr>
              <a:spcAft>
                <a:spcPts val="600"/>
              </a:spcAft>
              <a:defRPr sz="1000" b="1">
                <a:solidFill>
                  <a:srgbClr val="0284C7"/>
                </a:solidFill>
                <a:latin typeface="Calibri"/>
              </a:defRPr>
            </a:pPr>
            <a:r>
              <a:t>CHALLENGE</a:t>
            </a:r>
          </a:p>
          <a:p>
            <a:pPr>
              <a:spcAft>
                <a:spcPts val="400"/>
              </a:spcAft>
            </a:pPr>
            <a:r>
              <a:rPr sz="1100" b="1">
                <a:solidFill>
                  <a:srgbClr val="1E293B"/>
                </a:solidFill>
                <a:latin typeface="Calibri"/>
              </a:rPr>
              <a:t>• What is the existing problem?: </a:t>
            </a:r>
            <a:r>
              <a:rPr sz="1100" b="0">
                <a:solidFill>
                  <a:srgbClr val="475569"/>
                </a:solidFill>
                <a:latin typeface="Calibri"/>
              </a:rPr>
              <a:t>Information overload and scattered travel data across multiple booking apps, blogs, and review forums.</a:t>
            </a:r>
          </a:p>
          <a:p>
            <a:pPr>
              <a:spcAft>
                <a:spcPts val="400"/>
              </a:spcAft>
            </a:pPr>
            <a:r>
              <a:rPr sz="1100" b="1">
                <a:solidFill>
                  <a:srgbClr val="1E293B"/>
                </a:solidFill>
                <a:latin typeface="Calibri"/>
              </a:rPr>
              <a:t>• What difficulties are faced?: </a:t>
            </a:r>
            <a:r>
              <a:rPr sz="1100" b="0">
                <a:solidFill>
                  <a:srgbClr val="475569"/>
                </a:solidFill>
                <a:latin typeface="Calibri"/>
              </a:rPr>
              <a:t>Travelers struggle to find authentic local food specialties, scenic places around cities, and realistic day-by-day schedules that fit a strict budget.</a:t>
            </a:r>
          </a:p>
        </p:txBody>
      </p:sp>
      <p:sp>
        <p:nvSpPr>
          <p:cNvPr id="25607" name="Rounded Rectangle 25606"/>
          <p:cNvSpPr/>
          <p:nvPr/>
        </p:nvSpPr>
        <p:spPr>
          <a:xfrm>
            <a:off x="6263640" y="1188720"/>
            <a:ext cx="5166360" cy="24231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08" name="TextBox 25607"/>
          <p:cNvSpPr txBox="1"/>
          <p:nvPr/>
        </p:nvSpPr>
        <p:spPr>
          <a:xfrm>
            <a:off x="6446520" y="1353312"/>
            <a:ext cx="4800600" cy="2093976"/>
          </a:xfrm>
          <a:prstGeom prst="rect">
            <a:avLst/>
          </a:prstGeom>
          <a:noFill/>
        </p:spPr>
        <p:txBody>
          <a:bodyPr wrap="square" lIns="0" tIns="0" rIns="0" bIns="0">
            <a:spAutoFit/>
          </a:bodyPr>
          <a:lstStyle/>
          <a:p>
            <a:pPr>
              <a:spcAft>
                <a:spcPts val="400"/>
              </a:spcAft>
              <a:defRPr sz="1500" b="1">
                <a:solidFill>
                  <a:srgbClr val="0F766E"/>
                </a:solidFill>
                <a:latin typeface="Calibri"/>
              </a:defRPr>
            </a:pPr>
            <a:r>
              <a:t>2. Impact &amp; Target Audience</a:t>
            </a:r>
          </a:p>
          <a:p>
            <a:pPr>
              <a:spcAft>
                <a:spcPts val="600"/>
              </a:spcAft>
              <a:defRPr sz="1000" b="1">
                <a:solidFill>
                  <a:srgbClr val="0284C7"/>
                </a:solidFill>
                <a:latin typeface="Calibri"/>
              </a:defRPr>
            </a:pPr>
            <a:r>
              <a:t>WHO IS AFFECTED</a:t>
            </a:r>
          </a:p>
          <a:p>
            <a:pPr>
              <a:spcAft>
                <a:spcPts val="400"/>
              </a:spcAft>
            </a:pPr>
            <a:r>
              <a:rPr sz="1100" b="1">
                <a:solidFill>
                  <a:srgbClr val="1E293B"/>
                </a:solidFill>
                <a:latin typeface="Calibri"/>
              </a:rPr>
              <a:t>• Why is the problem important?: </a:t>
            </a:r>
            <a:r>
              <a:rPr sz="1100" b="0">
                <a:solidFill>
                  <a:srgbClr val="475569"/>
                </a:solidFill>
                <a:latin typeface="Calibri"/>
              </a:rPr>
              <a:t>Poor vacation planning leads to overspending, wasted travel time, stress, and missed cultural landmarks.</a:t>
            </a:r>
          </a:p>
          <a:p>
            <a:pPr>
              <a:spcAft>
                <a:spcPts val="400"/>
              </a:spcAft>
            </a:pPr>
            <a:r>
              <a:rPr sz="1100" b="1">
                <a:solidFill>
                  <a:srgbClr val="1E293B"/>
                </a:solidFill>
                <a:latin typeface="Calibri"/>
              </a:rPr>
              <a:t>• Who is affected?: </a:t>
            </a:r>
            <a:r>
              <a:rPr sz="1100" b="0">
                <a:solidFill>
                  <a:srgbClr val="475569"/>
                </a:solidFill>
                <a:latin typeface="Calibri"/>
              </a:rPr>
              <a:t>Solo backpackers, students, tourists, and families planning vacations on specific budgets and timelines.</a:t>
            </a:r>
          </a:p>
        </p:txBody>
      </p:sp>
      <p:sp>
        <p:nvSpPr>
          <p:cNvPr id="25609" name="Rounded Rectangle 25608"/>
          <p:cNvSpPr/>
          <p:nvPr/>
        </p:nvSpPr>
        <p:spPr>
          <a:xfrm>
            <a:off x="731520" y="3794760"/>
            <a:ext cx="10698480" cy="24231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10" name="TextBox 25609"/>
          <p:cNvSpPr txBox="1"/>
          <p:nvPr/>
        </p:nvSpPr>
        <p:spPr>
          <a:xfrm>
            <a:off x="914400" y="3959352"/>
            <a:ext cx="10332720" cy="2093976"/>
          </a:xfrm>
          <a:prstGeom prst="rect">
            <a:avLst/>
          </a:prstGeom>
          <a:noFill/>
        </p:spPr>
        <p:txBody>
          <a:bodyPr wrap="square" lIns="0" tIns="0" rIns="0" bIns="0">
            <a:spAutoFit/>
          </a:bodyPr>
          <a:lstStyle/>
          <a:p>
            <a:pPr>
              <a:spcAft>
                <a:spcPts val="400"/>
              </a:spcAft>
              <a:defRPr sz="1500" b="1">
                <a:solidFill>
                  <a:srgbClr val="0F766E"/>
                </a:solidFill>
                <a:latin typeface="Calibri"/>
              </a:defRPr>
            </a:pPr>
            <a:r>
              <a:t>3. What Needs to be Improved (Our Focus)</a:t>
            </a:r>
          </a:p>
          <a:p>
            <a:pPr>
              <a:spcAft>
                <a:spcPts val="600"/>
              </a:spcAft>
              <a:defRPr sz="1000" b="1">
                <a:solidFill>
                  <a:srgbClr val="0284C7"/>
                </a:solidFill>
                <a:latin typeface="Calibri"/>
              </a:defRPr>
            </a:pPr>
            <a:r>
              <a:t>IMPROVEMENT GOAL</a:t>
            </a:r>
          </a:p>
          <a:p>
            <a:pPr>
              <a:spcAft>
                <a:spcPts val="400"/>
              </a:spcAft>
            </a:pPr>
            <a:r>
              <a:rPr sz="1100" b="1">
                <a:solidFill>
                  <a:srgbClr val="1E293B"/>
                </a:solidFill>
                <a:latin typeface="Calibri"/>
              </a:rPr>
              <a:t>• What needs to be improved?: </a:t>
            </a:r>
            <a:r>
              <a:rPr sz="1100" b="0">
                <a:solidFill>
                  <a:srgbClr val="475569"/>
                </a:solidFill>
                <a:latin typeface="Calibri"/>
              </a:rPr>
              <a:t>Chatbots must move away from rigid, canned response scripts. They need dynamic AI understanding that adapts to casual phrasing like 'hlo', 'what about Goa?', and 'i need more hill stations' with rich photo cards.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2" name="Title 6">
            <a:extLst>
              <a:ext uri="{FF2B5EF4-FFF2-40B4-BE49-F238E27FC236}">
                <a16:creationId xmlns:a16="http://schemas.microsoft.com/office/drawing/2014/main" id="{7F5FAE53-D6AF-CA57-E36C-27C37A00FE01}"/>
              </a:ext>
            </a:extLst>
          </p:cNvPr>
          <p:cNvSpPr>
            <a:spLocks noGrp="1" noChangeArrowheads="1"/>
          </p:cNvSpPr>
          <p:nvPr>
            <p:ph type="title"/>
          </p:nvPr>
        </p:nvSpPr>
        <p:spPr/>
        <p:txBody>
          <a:bodyPr/>
          <a:lstStyle/>
          <a:p>
            <a:r>
              <a:rPr lang="en-US" altLang="en-US" sz="4800">
                <a:solidFill>
                  <a:srgbClr val="FF0000"/>
                </a:solidFill>
                <a:latin typeface="Times New Roman" panose="02020603050405020304" pitchFamily="18" charset="0"/>
                <a:cs typeface="Times New Roman" panose="02020603050405020304" pitchFamily="18" charset="0"/>
              </a:rPr>
              <a:t>Proposed Solution</a:t>
            </a:r>
          </a:p>
        </p:txBody>
      </p:sp>
      <p:sp>
        <p:nvSpPr>
          <p:cNvPr id="27653" name="Rounded Rectangle 27652"/>
          <p:cNvSpPr/>
          <p:nvPr/>
        </p:nvSpPr>
        <p:spPr>
          <a:xfrm>
            <a:off x="73152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54" name="TextBox 27653"/>
          <p:cNvSpPr txBox="1"/>
          <p:nvPr/>
        </p:nvSpPr>
        <p:spPr>
          <a:xfrm>
            <a:off x="91440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Functions &amp; Dataflow</a:t>
            </a:r>
          </a:p>
          <a:p>
            <a:pPr>
              <a:spcAft>
                <a:spcPts val="600"/>
              </a:spcAft>
              <a:defRPr sz="1000" b="1">
                <a:solidFill>
                  <a:srgbClr val="0284C7"/>
                </a:solidFill>
                <a:latin typeface="Calibri"/>
              </a:defRPr>
            </a:pPr>
            <a:r>
              <a:t>CORE ARCHITECTURE</a:t>
            </a:r>
          </a:p>
          <a:p>
            <a:pPr>
              <a:spcAft>
                <a:spcPts val="400"/>
              </a:spcAft>
            </a:pPr>
            <a:r>
              <a:rPr sz="1100" b="1">
                <a:solidFill>
                  <a:srgbClr val="1E293B"/>
                </a:solidFill>
                <a:latin typeface="Calibri"/>
              </a:rPr>
              <a:t>• Major Functions: </a:t>
            </a:r>
            <a:r>
              <a:rPr sz="1100" b="0">
                <a:solidFill>
                  <a:srgbClr val="475569"/>
                </a:solidFill>
                <a:latin typeface="Calibri"/>
              </a:rPr>
              <a:t>Natural conversation, destination discovery, high-res photo showcases, authentic food recommendations, day-wise budget itineraries, AI voice readout, and persistent chat history.</a:t>
            </a:r>
          </a:p>
          <a:p>
            <a:pPr>
              <a:spcAft>
                <a:spcPts val="400"/>
              </a:spcAft>
            </a:pPr>
            <a:r>
              <a:rPr sz="1100" b="1">
                <a:solidFill>
                  <a:srgbClr val="1E293B"/>
                </a:solidFill>
                <a:latin typeface="Calibri"/>
              </a:rPr>
              <a:t>• Input -&gt; Processing -&gt; Output: </a:t>
            </a:r>
            <a:r>
              <a:rPr sz="1100" b="0">
                <a:solidFill>
                  <a:srgbClr val="475569"/>
                </a:solidFill>
                <a:latin typeface="Calibri"/>
              </a:rPr>
              <a:t>• Input: Natural language text or speech ('Plan 3 days in Bengaluru under Rs 10,000').
• Processing: NLTK Preprocessing -&gt; Intent &amp; Entity detection -&gt; Gemini AI Reasoning &amp; Travel KB.
• Output: Personalized response, visual attraction cards, signature food guides, and spoken audio.</a:t>
            </a:r>
          </a:p>
        </p:txBody>
      </p:sp>
      <p:sp>
        <p:nvSpPr>
          <p:cNvPr id="27655" name="Rounded Rectangle 27654"/>
          <p:cNvSpPr/>
          <p:nvPr/>
        </p:nvSpPr>
        <p:spPr>
          <a:xfrm>
            <a:off x="626364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56" name="TextBox 27655"/>
          <p:cNvSpPr txBox="1"/>
          <p:nvPr/>
        </p:nvSpPr>
        <p:spPr>
          <a:xfrm>
            <a:off x="644652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Users, Benefits &amp; Workflow</a:t>
            </a:r>
          </a:p>
          <a:p>
            <a:pPr>
              <a:spcAft>
                <a:spcPts val="600"/>
              </a:spcAft>
              <a:defRPr sz="1000" b="1">
                <a:solidFill>
                  <a:srgbClr val="0284C7"/>
                </a:solidFill>
                <a:latin typeface="Calibri"/>
              </a:defRPr>
            </a:pPr>
            <a:r>
              <a:t>VALUE PROPOSITION</a:t>
            </a:r>
          </a:p>
          <a:p>
            <a:pPr>
              <a:spcAft>
                <a:spcPts val="400"/>
              </a:spcAft>
            </a:pPr>
            <a:r>
              <a:rPr sz="1100" b="1">
                <a:solidFill>
                  <a:srgbClr val="1E293B"/>
                </a:solidFill>
                <a:latin typeface="Calibri"/>
              </a:rPr>
              <a:t>• Expected Users: </a:t>
            </a:r>
            <a:r>
              <a:rPr sz="1100" b="0">
                <a:solidFill>
                  <a:srgbClr val="475569"/>
                </a:solidFill>
                <a:latin typeface="Calibri"/>
              </a:rPr>
              <a:t>Tourists, solo travelers, students, and family vacationers seeking fast, stress-free trip planning.</a:t>
            </a:r>
          </a:p>
          <a:p>
            <a:pPr>
              <a:spcAft>
                <a:spcPts val="400"/>
              </a:spcAft>
            </a:pPr>
            <a:r>
              <a:rPr sz="1100" b="1">
                <a:solidFill>
                  <a:srgbClr val="1E293B"/>
                </a:solidFill>
                <a:latin typeface="Calibri"/>
              </a:rPr>
              <a:t>• Expected Benefits: </a:t>
            </a:r>
            <a:r>
              <a:rPr sz="1100" b="0">
                <a:solidFill>
                  <a:srgbClr val="475569"/>
                </a:solidFill>
                <a:latin typeface="Calibri"/>
              </a:rPr>
              <a:t>80% reduction in planning time, zero information overload, customized budget plans, and hands-free voice accessibility.</a:t>
            </a:r>
          </a:p>
          <a:p>
            <a:pPr>
              <a:spcAft>
                <a:spcPts val="400"/>
              </a:spcAft>
            </a:pPr>
            <a:r>
              <a:rPr sz="1100" b="1">
                <a:solidFill>
                  <a:srgbClr val="1E293B"/>
                </a:solidFill>
                <a:latin typeface="Calibri"/>
              </a:rPr>
              <a:t>• Proposed Methodology: </a:t>
            </a:r>
            <a:r>
              <a:rPr sz="1100" b="0">
                <a:solidFill>
                  <a:srgbClr val="475569"/>
                </a:solidFill>
                <a:latin typeface="Calibri"/>
              </a:rPr>
              <a:t>User Query ➔ NLTK Tokenization &amp; Lemmatization ➔ Intent Classification ➔ Entity Extraction (City, Days, Budget) ➔ Gemini LLM Reasoning ➔ Knowledge Base Retrieval ➔ Interactive Web UI + Voice Readout.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700" name="Title 6">
            <a:extLst>
              <a:ext uri="{FF2B5EF4-FFF2-40B4-BE49-F238E27FC236}">
                <a16:creationId xmlns:a16="http://schemas.microsoft.com/office/drawing/2014/main" id="{A93B1208-E902-4DAD-BE08-54ED70821DCA}"/>
              </a:ext>
            </a:extLst>
          </p:cNvPr>
          <p:cNvSpPr>
            <a:spLocks noGrp="1" noChangeArrowheads="1"/>
          </p:cNvSpPr>
          <p:nvPr>
            <p:ph type="title"/>
          </p:nvPr>
        </p:nvSpPr>
        <p:spPr/>
        <p:txBody>
          <a:bodyPr/>
          <a:lstStyle/>
          <a:p>
            <a:r>
              <a:rPr lang="en-US" altLang="en-US" sz="4800">
                <a:solidFill>
                  <a:srgbClr val="FF0000"/>
                </a:solidFill>
                <a:latin typeface="Times New Roman" panose="02020603050405020304" pitchFamily="18" charset="0"/>
                <a:cs typeface="Times New Roman" panose="02020603050405020304" pitchFamily="18" charset="0"/>
              </a:rPr>
              <a:t>Data Used</a:t>
            </a:r>
          </a:p>
        </p:txBody>
      </p:sp>
      <p:sp>
        <p:nvSpPr>
          <p:cNvPr id="29701" name="Rounded Rectangle 29700"/>
          <p:cNvSpPr/>
          <p:nvPr/>
        </p:nvSpPr>
        <p:spPr>
          <a:xfrm>
            <a:off x="73152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02" name="TextBox 29701"/>
          <p:cNvSpPr txBox="1"/>
          <p:nvPr/>
        </p:nvSpPr>
        <p:spPr>
          <a:xfrm>
            <a:off x="91440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Data Sources &amp; Records</a:t>
            </a:r>
          </a:p>
          <a:p>
            <a:pPr>
              <a:spcAft>
                <a:spcPts val="600"/>
              </a:spcAft>
              <a:defRPr sz="1000" b="1">
                <a:solidFill>
                  <a:srgbClr val="0284C7"/>
                </a:solidFill>
                <a:latin typeface="Calibri"/>
              </a:defRPr>
            </a:pPr>
            <a:r>
              <a:t>KNOWLEDGE BASE</a:t>
            </a:r>
          </a:p>
          <a:p>
            <a:pPr>
              <a:spcAft>
                <a:spcPts val="400"/>
              </a:spcAft>
            </a:pPr>
            <a:r>
              <a:rPr sz="1100" b="1">
                <a:solidFill>
                  <a:srgbClr val="1E293B"/>
                </a:solidFill>
                <a:latin typeface="Calibri"/>
              </a:rPr>
              <a:t>• Source of Data: </a:t>
            </a:r>
            <a:r>
              <a:rPr sz="1100" b="0">
                <a:solidFill>
                  <a:srgbClr val="475569"/>
                </a:solidFill>
                <a:latin typeface="Calibri"/>
              </a:rPr>
              <a:t>Curated travel knowledge repository compiled from verified tourism guides, local culinary databases, and high-resolution Unsplash photography.</a:t>
            </a:r>
          </a:p>
          <a:p>
            <a:pPr>
              <a:spcAft>
                <a:spcPts val="400"/>
              </a:spcAft>
            </a:pPr>
            <a:r>
              <a:rPr sz="1100" b="1">
                <a:solidFill>
                  <a:srgbClr val="1E293B"/>
                </a:solidFill>
                <a:latin typeface="Calibri"/>
              </a:rPr>
              <a:t>• Type of Data: </a:t>
            </a:r>
            <a:r>
              <a:rPr sz="1100" b="0">
                <a:solidFill>
                  <a:srgbClr val="475569"/>
                </a:solidFill>
                <a:latin typeface="Calibri"/>
              </a:rPr>
              <a:t>Semi-structured JSON records, textual destination descriptions, and conversational travel knowledge base.</a:t>
            </a:r>
          </a:p>
          <a:p>
            <a:pPr>
              <a:spcAft>
                <a:spcPts val="400"/>
              </a:spcAft>
            </a:pPr>
            <a:r>
              <a:rPr sz="1100" b="1">
                <a:solidFill>
                  <a:srgbClr val="1E293B"/>
                </a:solidFill>
                <a:latin typeface="Calibri"/>
              </a:rPr>
              <a:t>• Number of Records: </a:t>
            </a:r>
            <a:r>
              <a:rPr sz="1100" b="0">
                <a:solidFill>
                  <a:srgbClr val="475569"/>
                </a:solidFill>
                <a:latin typeface="Calibri"/>
              </a:rPr>
              <a:t>10+ Curated major travel hubs (Hyderabad, Goa, Bengaluru, Jaipur, Manali, Paris, Tokyo, etc.) + Dynamic Global Synthesizer that estimates accurate budgets and itineraries for any unlisted city worldwide.</a:t>
            </a:r>
          </a:p>
        </p:txBody>
      </p:sp>
      <p:sp>
        <p:nvSpPr>
          <p:cNvPr id="29703" name="Rounded Rectangle 29702"/>
          <p:cNvSpPr/>
          <p:nvPr/>
        </p:nvSpPr>
        <p:spPr>
          <a:xfrm>
            <a:off x="626364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04" name="TextBox 29703"/>
          <p:cNvSpPr txBox="1"/>
          <p:nvPr/>
        </p:nvSpPr>
        <p:spPr>
          <a:xfrm>
            <a:off x="644652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Attributes &amp; Formats</a:t>
            </a:r>
          </a:p>
          <a:p>
            <a:pPr>
              <a:spcAft>
                <a:spcPts val="600"/>
              </a:spcAft>
              <a:defRPr sz="1000" b="1">
                <a:solidFill>
                  <a:srgbClr val="0284C7"/>
                </a:solidFill>
                <a:latin typeface="Calibri"/>
              </a:defRPr>
            </a:pPr>
            <a:r>
              <a:t>DATA STRUCTURE</a:t>
            </a:r>
          </a:p>
          <a:p>
            <a:pPr>
              <a:spcAft>
                <a:spcPts val="400"/>
              </a:spcAft>
            </a:pPr>
            <a:r>
              <a:rPr sz="1100" b="1">
                <a:solidFill>
                  <a:srgbClr val="1E293B"/>
                </a:solidFill>
                <a:latin typeface="Calibri"/>
              </a:rPr>
              <a:t>• Important Attributes: </a:t>
            </a:r>
            <a:r>
              <a:rPr sz="1100" b="0">
                <a:solidFill>
                  <a:srgbClr val="475569"/>
                </a:solidFill>
                <a:latin typeface="Calibri"/>
              </a:rPr>
              <a:t>• Destination: Name, state/region, category, best visiting season, avg 3-day budget.
• Attractions: Name, photo, category, visitor timings, and day-trip distance.
• Famous Foods: Signature local dish, photo, description, and iconic food spot.</a:t>
            </a:r>
          </a:p>
          <a:p>
            <a:pPr>
              <a:spcAft>
                <a:spcPts val="400"/>
              </a:spcAft>
            </a:pPr>
            <a:r>
              <a:rPr sz="1100" b="1">
                <a:solidFill>
                  <a:srgbClr val="1E293B"/>
                </a:solidFill>
                <a:latin typeface="Calibri"/>
              </a:rPr>
              <a:t>• Data Format: </a:t>
            </a:r>
            <a:r>
              <a:rPr sz="1100" b="0">
                <a:solidFill>
                  <a:srgbClr val="475569"/>
                </a:solidFill>
                <a:latin typeface="Calibri"/>
              </a:rPr>
              <a:t>JSON files (`destinations.json`), Python dictionaries, and NLTK text corpora stored locally for fast sub-second querying.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8" name="Title 6">
            <a:extLst>
              <a:ext uri="{FF2B5EF4-FFF2-40B4-BE49-F238E27FC236}">
                <a16:creationId xmlns:a16="http://schemas.microsoft.com/office/drawing/2014/main" id="{BA97F95E-8483-F26A-ED99-53E5AF29C5A2}"/>
              </a:ext>
            </a:extLst>
          </p:cNvPr>
          <p:cNvSpPr>
            <a:spLocks noGrp="1" noChangeArrowheads="1"/>
          </p:cNvSpPr>
          <p:nvPr>
            <p:ph type="title"/>
          </p:nvPr>
        </p:nvSpPr>
        <p:spPr>
          <a:xfrm>
            <a:off x="609600" y="273050"/>
            <a:ext cx="10972800" cy="869950"/>
          </a:xfrm>
        </p:spPr>
        <p:txBody>
          <a:bodyPr/>
          <a:lstStyle/>
          <a:p>
            <a:r>
              <a:rPr lang="en-US" altLang="en-US" sz="4800">
                <a:solidFill>
                  <a:srgbClr val="FF0000"/>
                </a:solidFill>
                <a:latin typeface="Times New Roman" panose="02020603050405020304" pitchFamily="18" charset="0"/>
                <a:cs typeface="Times New Roman" panose="02020603050405020304" pitchFamily="18" charset="0"/>
              </a:rPr>
              <a:t>Modules</a:t>
            </a:r>
          </a:p>
        </p:txBody>
      </p:sp>
      <p:sp>
        <p:nvSpPr>
          <p:cNvPr id="31749" name="Rounded Rectangle 31748"/>
          <p:cNvSpPr/>
          <p:nvPr/>
        </p:nvSpPr>
        <p:spPr>
          <a:xfrm>
            <a:off x="7315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50" name="TextBox 31749"/>
          <p:cNvSpPr txBox="1"/>
          <p:nvPr/>
        </p:nvSpPr>
        <p:spPr>
          <a:xfrm>
            <a:off x="9144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1. Text Preprocessing</a:t>
            </a:r>
          </a:p>
          <a:p>
            <a:pPr>
              <a:spcAft>
                <a:spcPts val="600"/>
              </a:spcAft>
              <a:defRPr sz="1000" b="1">
                <a:solidFill>
                  <a:srgbClr val="0284C7"/>
                </a:solidFill>
                <a:latin typeface="Calibri"/>
              </a:defRPr>
            </a:pPr>
            <a:r>
              <a:t>NLTK PIPELINE</a:t>
            </a:r>
          </a:p>
          <a:p>
            <a:pPr>
              <a:spcAft>
                <a:spcPts val="400"/>
              </a:spcAft>
            </a:pPr>
            <a:r>
              <a:rPr sz="1100" b="1">
                <a:solidFill>
                  <a:srgbClr val="1E293B"/>
                </a:solidFill>
                <a:latin typeface="Calibri"/>
              </a:rPr>
              <a:t>• Tokenization: </a:t>
            </a:r>
            <a:r>
              <a:rPr sz="1100" b="0">
                <a:solidFill>
                  <a:srgbClr val="475569"/>
                </a:solidFill>
                <a:latin typeface="Calibri"/>
              </a:rPr>
              <a:t>Breaks user sentence into separate words/tokens: 'Plan a trip to Goa' ➔ ['Plan', 'a', 'trip', 'to', 'Goa'].</a:t>
            </a:r>
          </a:p>
          <a:p>
            <a:pPr>
              <a:spcAft>
                <a:spcPts val="400"/>
              </a:spcAft>
            </a:pPr>
            <a:r>
              <a:rPr sz="1100" b="1">
                <a:solidFill>
                  <a:srgbClr val="1E293B"/>
                </a:solidFill>
                <a:latin typeface="Calibri"/>
              </a:rPr>
              <a:t>• Lowercasing: </a:t>
            </a:r>
            <a:r>
              <a:rPr sz="1100" b="0">
                <a:solidFill>
                  <a:srgbClr val="475569"/>
                </a:solidFill>
                <a:latin typeface="Calibri"/>
              </a:rPr>
              <a:t>Normalizes text to lowercase so 'Goa' and 'goa' match consistently.</a:t>
            </a:r>
          </a:p>
          <a:p>
            <a:pPr>
              <a:spcAft>
                <a:spcPts val="400"/>
              </a:spcAft>
            </a:pPr>
            <a:r>
              <a:rPr sz="1100" b="1">
                <a:solidFill>
                  <a:srgbClr val="1E293B"/>
                </a:solidFill>
                <a:latin typeface="Calibri"/>
              </a:rPr>
              <a:t>• Stopword Removal: </a:t>
            </a:r>
            <a:r>
              <a:rPr sz="1100" b="0">
                <a:solidFill>
                  <a:srgbClr val="475569"/>
                </a:solidFill>
                <a:latin typeface="Calibri"/>
              </a:rPr>
              <a:t>Filters out filler words ('a', 'to', 'the', 'in') so the bot focuses strictly on travel keywords.</a:t>
            </a:r>
          </a:p>
          <a:p>
            <a:pPr>
              <a:spcAft>
                <a:spcPts val="400"/>
              </a:spcAft>
            </a:pPr>
            <a:r>
              <a:rPr sz="1100" b="1">
                <a:solidFill>
                  <a:srgbClr val="1E293B"/>
                </a:solidFill>
                <a:latin typeface="Calibri"/>
              </a:rPr>
              <a:t>• Lemmatization: </a:t>
            </a:r>
            <a:r>
              <a:rPr sz="1100" b="0">
                <a:solidFill>
                  <a:srgbClr val="475569"/>
                </a:solidFill>
                <a:latin typeface="Calibri"/>
              </a:rPr>
              <a:t>Reduces inflected words to dictionary roots: 'beaches' ➔ 'beach', 'planning' ➔ 'plan', 'visited' ➔ 'visit'.</a:t>
            </a:r>
          </a:p>
        </p:txBody>
      </p:sp>
      <p:sp>
        <p:nvSpPr>
          <p:cNvPr id="31751" name="Rounded Rectangle 31750"/>
          <p:cNvSpPr/>
          <p:nvPr/>
        </p:nvSpPr>
        <p:spPr>
          <a:xfrm>
            <a:off x="43891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52" name="TextBox 31751"/>
          <p:cNvSpPr txBox="1"/>
          <p:nvPr/>
        </p:nvSpPr>
        <p:spPr>
          <a:xfrm>
            <a:off x="45720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2. Feature Extraction</a:t>
            </a:r>
          </a:p>
          <a:p>
            <a:pPr>
              <a:spcAft>
                <a:spcPts val="600"/>
              </a:spcAft>
              <a:defRPr sz="1000" b="1">
                <a:solidFill>
                  <a:srgbClr val="0284C7"/>
                </a:solidFill>
                <a:latin typeface="Calibri"/>
              </a:defRPr>
            </a:pPr>
            <a:r>
              <a:t>REPRESENTATION</a:t>
            </a:r>
          </a:p>
          <a:p>
            <a:pPr>
              <a:spcAft>
                <a:spcPts val="400"/>
              </a:spcAft>
            </a:pPr>
            <a:r>
              <a:rPr sz="1100" b="1">
                <a:solidFill>
                  <a:srgbClr val="1E293B"/>
                </a:solidFill>
                <a:latin typeface="Calibri"/>
              </a:rPr>
              <a:t>• TF-IDF Vectorization: </a:t>
            </a:r>
            <a:r>
              <a:rPr sz="1100" b="0">
                <a:solidFill>
                  <a:srgbClr val="475569"/>
                </a:solidFill>
                <a:latin typeface="Calibri"/>
              </a:rPr>
              <a:t>Converts travel text into mathematical feature vectors, weighing rare descriptive terms higher than common words.</a:t>
            </a:r>
          </a:p>
          <a:p>
            <a:pPr>
              <a:spcAft>
                <a:spcPts val="400"/>
              </a:spcAft>
            </a:pPr>
            <a:r>
              <a:rPr sz="1100" b="1">
                <a:solidFill>
                  <a:srgbClr val="1E293B"/>
                </a:solidFill>
                <a:latin typeface="Calibri"/>
              </a:rPr>
              <a:t>• Entity Pattern Extraction: </a:t>
            </a:r>
            <a:r>
              <a:rPr sz="1100" b="0">
                <a:solidFill>
                  <a:srgbClr val="475569"/>
                </a:solidFill>
                <a:latin typeface="Calibri"/>
              </a:rPr>
              <a:t>Regex pattern recognizers for currency amounts (Rs, INR), day counts ('3 days', '4-day'), and destination names.</a:t>
            </a:r>
          </a:p>
          <a:p>
            <a:pPr>
              <a:spcAft>
                <a:spcPts val="400"/>
              </a:spcAft>
            </a:pPr>
            <a:r>
              <a:rPr sz="1100" b="1">
                <a:solidFill>
                  <a:srgbClr val="1E293B"/>
                </a:solidFill>
                <a:latin typeface="Calibri"/>
              </a:rPr>
              <a:t>• Context State Vector: </a:t>
            </a:r>
            <a:r>
              <a:rPr sz="1100" b="0">
                <a:solidFill>
                  <a:srgbClr val="475569"/>
                </a:solidFill>
                <a:latin typeface="Calibri"/>
              </a:rPr>
              <a:t>Tracks extracted parameters across multiple chat turns in session memory.</a:t>
            </a:r>
          </a:p>
        </p:txBody>
      </p:sp>
      <p:sp>
        <p:nvSpPr>
          <p:cNvPr id="31753" name="Rounded Rectangle 31752"/>
          <p:cNvSpPr/>
          <p:nvPr/>
        </p:nvSpPr>
        <p:spPr>
          <a:xfrm>
            <a:off x="80467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54" name="TextBox 31753"/>
          <p:cNvSpPr txBox="1"/>
          <p:nvPr/>
        </p:nvSpPr>
        <p:spPr>
          <a:xfrm>
            <a:off x="82296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3. Implementation</a:t>
            </a:r>
          </a:p>
          <a:p>
            <a:pPr>
              <a:spcAft>
                <a:spcPts val="600"/>
              </a:spcAft>
              <a:defRPr sz="1000" b="1">
                <a:solidFill>
                  <a:srgbClr val="0284C7"/>
                </a:solidFill>
                <a:latin typeface="Calibri"/>
              </a:defRPr>
            </a:pPr>
            <a:r>
              <a:t>SYSTEM STACK</a:t>
            </a:r>
          </a:p>
          <a:p>
            <a:pPr>
              <a:spcAft>
                <a:spcPts val="400"/>
              </a:spcAft>
            </a:pPr>
            <a:r>
              <a:rPr sz="1100" b="1">
                <a:solidFill>
                  <a:srgbClr val="1E293B"/>
                </a:solidFill>
                <a:latin typeface="Calibri"/>
              </a:rPr>
              <a:t>• NLTK Framework: </a:t>
            </a:r>
            <a:r>
              <a:rPr sz="1100" b="0">
                <a:solidFill>
                  <a:srgbClr val="475569"/>
                </a:solidFill>
                <a:latin typeface="Calibri"/>
              </a:rPr>
              <a:t>Utilizes `nltk.tokenize.word_tokenize`, `nltk.corpus.stopwords`, and `WordNetLemmatizer`.</a:t>
            </a:r>
          </a:p>
          <a:p>
            <a:pPr>
              <a:spcAft>
                <a:spcPts val="400"/>
              </a:spcAft>
            </a:pPr>
            <a:r>
              <a:rPr sz="1100" b="1">
                <a:solidFill>
                  <a:srgbClr val="1E293B"/>
                </a:solidFill>
                <a:latin typeface="Calibri"/>
              </a:rPr>
              <a:t>• Flask Microframework: </a:t>
            </a:r>
            <a:r>
              <a:rPr sz="1100" b="0">
                <a:solidFill>
                  <a:srgbClr val="475569"/>
                </a:solidFill>
                <a:latin typeface="Calibri"/>
              </a:rPr>
              <a:t>Provides RESTful `/api/chat` backend linking Python NLP pipeline with frontend.</a:t>
            </a:r>
          </a:p>
          <a:p>
            <a:pPr>
              <a:spcAft>
                <a:spcPts val="400"/>
              </a:spcAft>
            </a:pPr>
            <a:r>
              <a:rPr sz="1100" b="1">
                <a:solidFill>
                  <a:srgbClr val="1E293B"/>
                </a:solidFill>
                <a:latin typeface="Calibri"/>
              </a:rPr>
              <a:t>• Web Audio API: </a:t>
            </a:r>
            <a:r>
              <a:rPr sz="1100" b="0">
                <a:solidFill>
                  <a:srgbClr val="475569"/>
                </a:solidFill>
                <a:latin typeface="Calibri"/>
              </a:rPr>
              <a:t>Browser `SpeechSynthesis` and `SpeechRecognition` for seamless hands-free voice dialogue.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6" name="Title 6">
            <a:extLst>
              <a:ext uri="{FF2B5EF4-FFF2-40B4-BE49-F238E27FC236}">
                <a16:creationId xmlns:a16="http://schemas.microsoft.com/office/drawing/2014/main" id="{75FBE1A4-222F-9363-7A0E-145E100C8C2E}"/>
              </a:ext>
            </a:extLst>
          </p:cNvPr>
          <p:cNvSpPr>
            <a:spLocks noGrp="1" noChangeArrowheads="1"/>
          </p:cNvSpPr>
          <p:nvPr>
            <p:ph type="title"/>
          </p:nvPr>
        </p:nvSpPr>
        <p:spPr>
          <a:xfrm>
            <a:off x="609600" y="273050"/>
            <a:ext cx="10972800" cy="869950"/>
          </a:xfrm>
        </p:spPr>
        <p:txBody>
          <a:bodyPr/>
          <a:lstStyle/>
          <a:p>
            <a:r>
              <a:t>NLP / ML Algorithms (Part 1: Text Representation)</a:t>
            </a:r>
          </a:p>
        </p:txBody>
      </p:sp>
      <p:sp>
        <p:nvSpPr>
          <p:cNvPr id="33797" name="Rounded Rectangle 33796"/>
          <p:cNvSpPr/>
          <p:nvPr/>
        </p:nvSpPr>
        <p:spPr>
          <a:xfrm>
            <a:off x="7315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98" name="TextBox 33797"/>
          <p:cNvSpPr txBox="1"/>
          <p:nvPr/>
        </p:nvSpPr>
        <p:spPr>
          <a:xfrm>
            <a:off x="9144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1. TF-IDF Algorithm</a:t>
            </a:r>
          </a:p>
          <a:p>
            <a:pPr>
              <a:spcAft>
                <a:spcPts val="600"/>
              </a:spcAft>
              <a:defRPr sz="1000" b="1">
                <a:solidFill>
                  <a:srgbClr val="0284C7"/>
                </a:solidFill>
                <a:latin typeface="Calibri"/>
              </a:defRPr>
            </a:pPr>
            <a:r>
              <a:t>KEYWORD WEIGHTING</a:t>
            </a:r>
          </a:p>
          <a:p>
            <a:pPr>
              <a:spcAft>
                <a:spcPts val="400"/>
              </a:spcAft>
            </a:pPr>
            <a:r>
              <a:rPr sz="1100" b="1">
                <a:solidFill>
                  <a:srgbClr val="1E293B"/>
                </a:solidFill>
                <a:latin typeface="Calibri"/>
              </a:rPr>
              <a:t>• What is it?: </a:t>
            </a:r>
            <a:r>
              <a:rPr sz="1100" b="0">
                <a:solidFill>
                  <a:srgbClr val="475569"/>
                </a:solidFill>
                <a:latin typeface="Calibri"/>
              </a:rPr>
              <a:t>Term Frequency - Inverse Document Frequency calculates how important a word is to a travel query compared to the entire vocabulary.</a:t>
            </a:r>
          </a:p>
          <a:p>
            <a:pPr>
              <a:spcAft>
                <a:spcPts val="400"/>
              </a:spcAft>
            </a:pPr>
            <a:r>
              <a:rPr sz="1100" b="1">
                <a:solidFill>
                  <a:srgbClr val="1E293B"/>
                </a:solidFill>
                <a:latin typeface="Calibri"/>
              </a:rPr>
              <a:t>• How it works?: </a:t>
            </a:r>
            <a:r>
              <a:rPr sz="1100" b="0">
                <a:solidFill>
                  <a:srgbClr val="475569"/>
                </a:solidFill>
                <a:latin typeface="Calibri"/>
              </a:rPr>
              <a:t>Words frequent in a specific travel query but rare overall (like 'beach', 'trekking', 'biryani') receive higher weights.</a:t>
            </a:r>
          </a:p>
          <a:p>
            <a:pPr>
              <a:spcAft>
                <a:spcPts val="400"/>
              </a:spcAft>
            </a:pPr>
            <a:r>
              <a:rPr sz="1100" b="1">
                <a:solidFill>
                  <a:srgbClr val="1E293B"/>
                </a:solidFill>
                <a:latin typeface="Calibri"/>
              </a:rPr>
              <a:t>• Application: </a:t>
            </a:r>
            <a:r>
              <a:rPr sz="1100" b="0">
                <a:solidFill>
                  <a:srgbClr val="475569"/>
                </a:solidFill>
                <a:latin typeface="Calibri"/>
              </a:rPr>
              <a:t>Helps the classifier accurately detect user intent even when queries contain conversational filler words.</a:t>
            </a:r>
          </a:p>
        </p:txBody>
      </p:sp>
      <p:sp>
        <p:nvSpPr>
          <p:cNvPr id="33799" name="Rounded Rectangle 33798"/>
          <p:cNvSpPr/>
          <p:nvPr/>
        </p:nvSpPr>
        <p:spPr>
          <a:xfrm>
            <a:off x="43891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00" name="TextBox 33799"/>
          <p:cNvSpPr txBox="1"/>
          <p:nvPr/>
        </p:nvSpPr>
        <p:spPr>
          <a:xfrm>
            <a:off x="45720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2. N-gram Language Model</a:t>
            </a:r>
          </a:p>
          <a:p>
            <a:pPr>
              <a:spcAft>
                <a:spcPts val="600"/>
              </a:spcAft>
              <a:defRPr sz="1000" b="1">
                <a:solidFill>
                  <a:srgbClr val="0284C7"/>
                </a:solidFill>
                <a:latin typeface="Calibri"/>
              </a:defRPr>
            </a:pPr>
            <a:r>
              <a:t>PHRASE CONTEXT</a:t>
            </a:r>
          </a:p>
          <a:p>
            <a:pPr>
              <a:spcAft>
                <a:spcPts val="400"/>
              </a:spcAft>
            </a:pPr>
            <a:r>
              <a:rPr sz="1100" b="1">
                <a:solidFill>
                  <a:srgbClr val="1E293B"/>
                </a:solidFill>
                <a:latin typeface="Calibri"/>
              </a:rPr>
              <a:t>• What is it?: </a:t>
            </a:r>
            <a:r>
              <a:rPr sz="1100" b="0">
                <a:solidFill>
                  <a:srgbClr val="475569"/>
                </a:solidFill>
                <a:latin typeface="Calibri"/>
              </a:rPr>
              <a:t>A contiguous sequence of n items from a given text sample.</a:t>
            </a:r>
          </a:p>
          <a:p>
            <a:pPr>
              <a:spcAft>
                <a:spcPts val="400"/>
              </a:spcAft>
            </a:pPr>
            <a:r>
              <a:rPr sz="1100" b="1">
                <a:solidFill>
                  <a:srgbClr val="1E293B"/>
                </a:solidFill>
                <a:latin typeface="Calibri"/>
              </a:rPr>
              <a:t>• How it works?: </a:t>
            </a:r>
            <a:r>
              <a:rPr sz="1100" b="0">
                <a:solidFill>
                  <a:srgbClr val="475569"/>
                </a:solidFill>
                <a:latin typeface="Calibri"/>
              </a:rPr>
              <a:t>• Unigrams: ['hill'], ['station']
• Bigrams: ['hill station'], ['famous food']
• Trigrams: ['plan 3 days']</a:t>
            </a:r>
          </a:p>
          <a:p>
            <a:pPr>
              <a:spcAft>
                <a:spcPts val="400"/>
              </a:spcAft>
            </a:pPr>
            <a:r>
              <a:rPr sz="1100" b="1">
                <a:solidFill>
                  <a:srgbClr val="1E293B"/>
                </a:solidFill>
                <a:latin typeface="Calibri"/>
              </a:rPr>
              <a:t>• Application: </a:t>
            </a:r>
            <a:r>
              <a:rPr sz="1100" b="0">
                <a:solidFill>
                  <a:srgbClr val="475569"/>
                </a:solidFill>
                <a:latin typeface="Calibri"/>
              </a:rPr>
              <a:t>Preserves multi-word travel concepts like 'hill station' or 'dal baati' that lose their meaning when treated as isolated words.</a:t>
            </a:r>
          </a:p>
        </p:txBody>
      </p:sp>
      <p:sp>
        <p:nvSpPr>
          <p:cNvPr id="33801" name="Rounded Rectangle 33800"/>
          <p:cNvSpPr/>
          <p:nvPr/>
        </p:nvSpPr>
        <p:spPr>
          <a:xfrm>
            <a:off x="80467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02" name="TextBox 33801"/>
          <p:cNvSpPr txBox="1"/>
          <p:nvPr/>
        </p:nvSpPr>
        <p:spPr>
          <a:xfrm>
            <a:off x="82296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3. Word2Vec Embeddings</a:t>
            </a:r>
          </a:p>
          <a:p>
            <a:pPr>
              <a:spcAft>
                <a:spcPts val="600"/>
              </a:spcAft>
              <a:defRPr sz="1000" b="1">
                <a:solidFill>
                  <a:srgbClr val="0284C7"/>
                </a:solidFill>
                <a:latin typeface="Calibri"/>
              </a:defRPr>
            </a:pPr>
            <a:r>
              <a:t>SEMANTIC SIMILARITY</a:t>
            </a:r>
          </a:p>
          <a:p>
            <a:pPr>
              <a:spcAft>
                <a:spcPts val="400"/>
              </a:spcAft>
            </a:pPr>
            <a:r>
              <a:rPr sz="1100" b="1">
                <a:solidFill>
                  <a:srgbClr val="1E293B"/>
                </a:solidFill>
                <a:latin typeface="Calibri"/>
              </a:rPr>
              <a:t>• What is it?: </a:t>
            </a:r>
            <a:r>
              <a:rPr sz="1100" b="0">
                <a:solidFill>
                  <a:srgbClr val="475569"/>
                </a:solidFill>
                <a:latin typeface="Calibri"/>
              </a:rPr>
              <a:t>A neural embedding technique that maps words into a continuous vector space based on surrounding context.</a:t>
            </a:r>
          </a:p>
          <a:p>
            <a:pPr>
              <a:spcAft>
                <a:spcPts val="400"/>
              </a:spcAft>
            </a:pPr>
            <a:r>
              <a:rPr sz="1100" b="1">
                <a:solidFill>
                  <a:srgbClr val="1E293B"/>
                </a:solidFill>
                <a:latin typeface="Calibri"/>
              </a:rPr>
              <a:t>• How it works?: </a:t>
            </a:r>
            <a:r>
              <a:rPr sz="1100" b="0">
                <a:solidFill>
                  <a:srgbClr val="475569"/>
                </a:solidFill>
                <a:latin typeface="Calibri"/>
              </a:rPr>
              <a:t>Words appearing in similar travel contexts are placed close together in vector space.</a:t>
            </a:r>
          </a:p>
          <a:p>
            <a:pPr>
              <a:spcAft>
                <a:spcPts val="400"/>
              </a:spcAft>
            </a:pPr>
            <a:r>
              <a:rPr sz="1100" b="1">
                <a:solidFill>
                  <a:srgbClr val="1E293B"/>
                </a:solidFill>
                <a:latin typeface="Calibri"/>
              </a:rPr>
              <a:t>• Application: </a:t>
            </a:r>
            <a:r>
              <a:rPr sz="1100" b="0">
                <a:solidFill>
                  <a:srgbClr val="475569"/>
                </a:solidFill>
                <a:latin typeface="Calibri"/>
              </a:rPr>
              <a:t>Enables the chatbot to realize that 'mountains', 'snow peaks', and 'hill stations' are conceptually related.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4" name="Title 6">
            <a:extLst>
              <a:ext uri="{FF2B5EF4-FFF2-40B4-BE49-F238E27FC236}">
                <a16:creationId xmlns:a16="http://schemas.microsoft.com/office/drawing/2014/main" id="{03C78F20-32F9-0F2E-A887-3661AFD0F799}"/>
              </a:ext>
            </a:extLst>
          </p:cNvPr>
          <p:cNvSpPr>
            <a:spLocks noGrp="1" noChangeArrowheads="1"/>
          </p:cNvSpPr>
          <p:nvPr>
            <p:ph type="title"/>
          </p:nvPr>
        </p:nvSpPr>
        <p:spPr>
          <a:xfrm>
            <a:off x="609600" y="273050"/>
            <a:ext cx="10972800" cy="869950"/>
          </a:xfrm>
        </p:spPr>
        <p:txBody>
          <a:bodyPr/>
          <a:lstStyle/>
          <a:p>
            <a:r>
              <a:t>NLP / ML Algorithms (Part 2: Classification &amp; AI)</a:t>
            </a:r>
          </a:p>
        </p:txBody>
      </p:sp>
      <p:sp>
        <p:nvSpPr>
          <p:cNvPr id="35845" name="Rounded Rectangle 35844"/>
          <p:cNvSpPr/>
          <p:nvPr/>
        </p:nvSpPr>
        <p:spPr>
          <a:xfrm>
            <a:off x="7315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46" name="TextBox 35845"/>
          <p:cNvSpPr txBox="1"/>
          <p:nvPr/>
        </p:nvSpPr>
        <p:spPr>
          <a:xfrm>
            <a:off x="9144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1. Logistic Regression</a:t>
            </a:r>
          </a:p>
          <a:p>
            <a:pPr>
              <a:spcAft>
                <a:spcPts val="600"/>
              </a:spcAft>
              <a:defRPr sz="1000" b="1">
                <a:solidFill>
                  <a:srgbClr val="0284C7"/>
                </a:solidFill>
                <a:latin typeface="Calibri"/>
              </a:defRPr>
            </a:pPr>
            <a:r>
              <a:t>INTENT CLASSIFIER</a:t>
            </a:r>
          </a:p>
          <a:p>
            <a:pPr>
              <a:spcAft>
                <a:spcPts val="400"/>
              </a:spcAft>
            </a:pPr>
            <a:r>
              <a:rPr sz="1100" b="1">
                <a:solidFill>
                  <a:srgbClr val="1E293B"/>
                </a:solidFill>
                <a:latin typeface="Calibri"/>
              </a:rPr>
              <a:t>• What is it?: </a:t>
            </a:r>
            <a:r>
              <a:rPr sz="1100" b="0">
                <a:solidFill>
                  <a:srgbClr val="475569"/>
                </a:solidFill>
                <a:latin typeface="Calibri"/>
              </a:rPr>
              <a:t>A statistical classification algorithm that predicts the probability of a query belonging to a specific travel intent.</a:t>
            </a:r>
          </a:p>
          <a:p>
            <a:pPr>
              <a:spcAft>
                <a:spcPts val="400"/>
              </a:spcAft>
            </a:pPr>
            <a:r>
              <a:rPr sz="1100" b="1">
                <a:solidFill>
                  <a:srgbClr val="1E293B"/>
                </a:solidFill>
                <a:latin typeface="Calibri"/>
              </a:rPr>
              <a:t>• How it works?: </a:t>
            </a:r>
            <a:r>
              <a:rPr sz="1100" b="0">
                <a:solidFill>
                  <a:srgbClr val="475569"/>
                </a:solidFill>
                <a:latin typeface="Calibri"/>
              </a:rPr>
              <a:t>Takes TF-IDF feature vectors and applies a sigmoid activation function to output class probabilities.</a:t>
            </a:r>
          </a:p>
          <a:p>
            <a:pPr>
              <a:spcAft>
                <a:spcPts val="400"/>
              </a:spcAft>
            </a:pPr>
            <a:r>
              <a:rPr sz="1100" b="1">
                <a:solidFill>
                  <a:srgbClr val="1E293B"/>
                </a:solidFill>
                <a:latin typeface="Calibri"/>
              </a:rPr>
              <a:t>• Application: </a:t>
            </a:r>
            <a:r>
              <a:rPr sz="1100" b="0">
                <a:solidFill>
                  <a:srgbClr val="475569"/>
                </a:solidFill>
                <a:latin typeface="Calibri"/>
              </a:rPr>
              <a:t>Fast, sub-second classification for standard requests (`GREETING`, `DESTINATION_INQUIRY`, `ITINERARY_PLANNING`).</a:t>
            </a:r>
          </a:p>
        </p:txBody>
      </p:sp>
      <p:sp>
        <p:nvSpPr>
          <p:cNvPr id="35847" name="Rounded Rectangle 35846"/>
          <p:cNvSpPr/>
          <p:nvPr/>
        </p:nvSpPr>
        <p:spPr>
          <a:xfrm>
            <a:off x="43891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48" name="TextBox 35847"/>
          <p:cNvSpPr txBox="1"/>
          <p:nvPr/>
        </p:nvSpPr>
        <p:spPr>
          <a:xfrm>
            <a:off x="45720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2. Support Vector Machine</a:t>
            </a:r>
          </a:p>
          <a:p>
            <a:pPr>
              <a:spcAft>
                <a:spcPts val="600"/>
              </a:spcAft>
              <a:defRPr sz="1000" b="1">
                <a:solidFill>
                  <a:srgbClr val="0284C7"/>
                </a:solidFill>
                <a:latin typeface="Calibri"/>
              </a:defRPr>
            </a:pPr>
            <a:r>
              <a:t>DECISION BOUNDARIES</a:t>
            </a:r>
          </a:p>
          <a:p>
            <a:pPr>
              <a:spcAft>
                <a:spcPts val="400"/>
              </a:spcAft>
            </a:pPr>
            <a:r>
              <a:rPr sz="1100" b="1">
                <a:solidFill>
                  <a:srgbClr val="1E293B"/>
                </a:solidFill>
                <a:latin typeface="Calibri"/>
              </a:rPr>
              <a:t>• What is it?: </a:t>
            </a:r>
            <a:r>
              <a:rPr sz="1100" b="0">
                <a:solidFill>
                  <a:srgbClr val="475569"/>
                </a:solidFill>
                <a:latin typeface="Calibri"/>
              </a:rPr>
              <a:t>A supervised learning algorithm that finds the optimal hyperplane maximizing the margin between different intent categories.</a:t>
            </a:r>
          </a:p>
          <a:p>
            <a:pPr>
              <a:spcAft>
                <a:spcPts val="400"/>
              </a:spcAft>
            </a:pPr>
            <a:r>
              <a:rPr sz="1100" b="1">
                <a:solidFill>
                  <a:srgbClr val="1E293B"/>
                </a:solidFill>
                <a:latin typeface="Calibri"/>
              </a:rPr>
              <a:t>• How it works?: </a:t>
            </a:r>
            <a:r>
              <a:rPr sz="1100" b="0">
                <a:solidFill>
                  <a:srgbClr val="475569"/>
                </a:solidFill>
                <a:latin typeface="Calibri"/>
              </a:rPr>
              <a:t>Maps travel text into high-dimensional space to separate subtle differences in user requests.</a:t>
            </a:r>
          </a:p>
          <a:p>
            <a:pPr>
              <a:spcAft>
                <a:spcPts val="400"/>
              </a:spcAft>
            </a:pPr>
            <a:r>
              <a:rPr sz="1100" b="1">
                <a:solidFill>
                  <a:srgbClr val="1E293B"/>
                </a:solidFill>
                <a:latin typeface="Calibri"/>
              </a:rPr>
              <a:t>• Application: </a:t>
            </a:r>
            <a:r>
              <a:rPr sz="1100" b="0">
                <a:solidFill>
                  <a:srgbClr val="475569"/>
                </a:solidFill>
                <a:latin typeface="Calibri"/>
              </a:rPr>
              <a:t>Distinguishes between a user wanting general city knowledge vs. asking for a day-wise itinerary schedule.</a:t>
            </a:r>
          </a:p>
        </p:txBody>
      </p:sp>
      <p:sp>
        <p:nvSpPr>
          <p:cNvPr id="35849" name="Rounded Rectangle 35848"/>
          <p:cNvSpPr/>
          <p:nvPr/>
        </p:nvSpPr>
        <p:spPr>
          <a:xfrm>
            <a:off x="8046720" y="1188720"/>
            <a:ext cx="33375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50" name="TextBox 35849"/>
          <p:cNvSpPr txBox="1"/>
          <p:nvPr/>
        </p:nvSpPr>
        <p:spPr>
          <a:xfrm>
            <a:off x="8229600" y="1353312"/>
            <a:ext cx="29718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3. Google Gemini AI Engine</a:t>
            </a:r>
          </a:p>
          <a:p>
            <a:pPr>
              <a:spcAft>
                <a:spcPts val="600"/>
              </a:spcAft>
              <a:defRPr sz="1000" b="1">
                <a:solidFill>
                  <a:srgbClr val="0284C7"/>
                </a:solidFill>
                <a:latin typeface="Calibri"/>
              </a:defRPr>
            </a:pPr>
            <a:r>
              <a:t>CONVERSATIONAL LLM</a:t>
            </a:r>
          </a:p>
          <a:p>
            <a:pPr>
              <a:spcAft>
                <a:spcPts val="400"/>
              </a:spcAft>
            </a:pPr>
            <a:r>
              <a:rPr sz="1100" b="1">
                <a:solidFill>
                  <a:srgbClr val="1E293B"/>
                </a:solidFill>
                <a:latin typeface="Calibri"/>
              </a:rPr>
              <a:t>• What is it?: </a:t>
            </a:r>
            <a:r>
              <a:rPr sz="1100" b="0">
                <a:solidFill>
                  <a:srgbClr val="475569"/>
                </a:solidFill>
                <a:latin typeface="Calibri"/>
              </a:rPr>
              <a:t>State-of-the-art Large Language Model integration via Google Gemini API (`gemini-3.5-flash-lite`).</a:t>
            </a:r>
          </a:p>
          <a:p>
            <a:pPr>
              <a:spcAft>
                <a:spcPts val="400"/>
              </a:spcAft>
            </a:pPr>
            <a:r>
              <a:rPr sz="1100" b="1">
                <a:solidFill>
                  <a:srgbClr val="1E293B"/>
                </a:solidFill>
                <a:latin typeface="Calibri"/>
              </a:rPr>
              <a:t>• How it works?: </a:t>
            </a:r>
            <a:r>
              <a:rPr sz="1100" b="0">
                <a:solidFill>
                  <a:srgbClr val="475569"/>
                </a:solidFill>
                <a:latin typeface="Calibri"/>
              </a:rPr>
              <a:t>Classical NLP extracts structured entities, while Gemini formulates natural, tailored, non-canned responses.</a:t>
            </a:r>
          </a:p>
          <a:p>
            <a:pPr>
              <a:spcAft>
                <a:spcPts val="400"/>
              </a:spcAft>
            </a:pPr>
            <a:r>
              <a:rPr sz="1100" b="1">
                <a:solidFill>
                  <a:srgbClr val="1E293B"/>
                </a:solidFill>
                <a:latin typeface="Calibri"/>
              </a:rPr>
              <a:t>• Application: </a:t>
            </a:r>
            <a:r>
              <a:rPr sz="1100" b="0">
                <a:solidFill>
                  <a:srgbClr val="475569"/>
                </a:solidFill>
                <a:latin typeface="Calibri"/>
              </a:rPr>
              <a:t>Eliminates robotic canned answers; cleanly handles arbitrary follow-ups with zero 404 errors.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2" name="Title 6">
            <a:extLst>
              <a:ext uri="{FF2B5EF4-FFF2-40B4-BE49-F238E27FC236}">
                <a16:creationId xmlns:a16="http://schemas.microsoft.com/office/drawing/2014/main" id="{ECE78D7E-4D81-C708-7CF0-944B7CDF1016}"/>
              </a:ext>
            </a:extLst>
          </p:cNvPr>
          <p:cNvSpPr>
            <a:spLocks noGrp="1" noChangeArrowheads="1"/>
          </p:cNvSpPr>
          <p:nvPr>
            <p:ph type="title"/>
          </p:nvPr>
        </p:nvSpPr>
        <p:spPr>
          <a:xfrm>
            <a:off x="609600" y="273050"/>
            <a:ext cx="10972800" cy="869950"/>
          </a:xfrm>
        </p:spPr>
        <p:txBody>
          <a:bodyPr/>
          <a:lstStyle/>
          <a:p>
            <a:r>
              <a:rPr lang="en-US" altLang="en-US" sz="4800">
                <a:solidFill>
                  <a:srgbClr val="FF0000"/>
                </a:solidFill>
                <a:latin typeface="Times New Roman" panose="02020603050405020304" pitchFamily="18" charset="0"/>
                <a:cs typeface="Times New Roman" panose="02020603050405020304" pitchFamily="18" charset="0"/>
              </a:rPr>
              <a:t>Output/Result</a:t>
            </a:r>
          </a:p>
        </p:txBody>
      </p:sp>
      <p:sp>
        <p:nvSpPr>
          <p:cNvPr id="37893" name="Rounded Rectangle 37892"/>
          <p:cNvSpPr/>
          <p:nvPr/>
        </p:nvSpPr>
        <p:spPr>
          <a:xfrm>
            <a:off x="731520" y="1188720"/>
            <a:ext cx="516636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94" name="TextBox 37893"/>
          <p:cNvSpPr txBox="1"/>
          <p:nvPr/>
        </p:nvSpPr>
        <p:spPr>
          <a:xfrm>
            <a:off x="914400" y="1353312"/>
            <a:ext cx="4800600" cy="1682496"/>
          </a:xfrm>
          <a:prstGeom prst="rect">
            <a:avLst/>
          </a:prstGeom>
          <a:noFill/>
        </p:spPr>
        <p:txBody>
          <a:bodyPr wrap="square" lIns="0" tIns="0" rIns="0" bIns="0">
            <a:spAutoFit/>
          </a:bodyPr>
          <a:lstStyle/>
          <a:p>
            <a:pPr>
              <a:spcAft>
                <a:spcPts val="400"/>
              </a:spcAft>
              <a:defRPr sz="1500" b="1">
                <a:solidFill>
                  <a:srgbClr val="0F766E"/>
                </a:solidFill>
                <a:latin typeface="Calibri"/>
              </a:defRPr>
            </a:pPr>
            <a:r>
              <a:t>Test Case 1: Casual Greeting</a:t>
            </a:r>
          </a:p>
          <a:p>
            <a:pPr>
              <a:spcAft>
                <a:spcPts val="600"/>
              </a:spcAft>
              <a:defRPr sz="1000" b="1">
                <a:solidFill>
                  <a:srgbClr val="0284C7"/>
                </a:solidFill>
                <a:latin typeface="Calibri"/>
              </a:defRPr>
            </a:pPr>
            <a:r>
              <a:t>VERIFIED RESULT</a:t>
            </a:r>
          </a:p>
          <a:p>
            <a:pPr>
              <a:spcAft>
                <a:spcPts val="400"/>
              </a:spcAft>
            </a:pPr>
            <a:r>
              <a:rPr sz="1100" b="1">
                <a:solidFill>
                  <a:srgbClr val="1E293B"/>
                </a:solidFill>
                <a:latin typeface="Calibri"/>
              </a:rPr>
              <a:t>• User Prompt: </a:t>
            </a:r>
            <a:r>
              <a:rPr sz="1100" b="0">
                <a:solidFill>
                  <a:srgbClr val="475569"/>
                </a:solidFill>
                <a:latin typeface="Calibri"/>
              </a:rPr>
              <a:t>'hlo' or 'hi'</a:t>
            </a:r>
          </a:p>
          <a:p>
            <a:pPr>
              <a:spcAft>
                <a:spcPts val="400"/>
              </a:spcAft>
            </a:pPr>
            <a:r>
              <a:rPr sz="1100" b="1">
                <a:solidFill>
                  <a:srgbClr val="1E293B"/>
                </a:solidFill>
                <a:latin typeface="Calibri"/>
              </a:rPr>
              <a:t>• Chatbot Response: </a:t>
            </a:r>
            <a:r>
              <a:rPr sz="1100" b="0">
                <a:solidFill>
                  <a:srgbClr val="475569"/>
                </a:solidFill>
                <a:latin typeface="Calibri"/>
              </a:rPr>
              <a:t>Warm, conversational welcome ('Hlo! Great to connect with you! Where are you planning to travel next?') without any generic destination errors.</a:t>
            </a:r>
          </a:p>
        </p:txBody>
      </p:sp>
      <p:sp>
        <p:nvSpPr>
          <p:cNvPr id="37895" name="Rounded Rectangle 37894"/>
          <p:cNvSpPr/>
          <p:nvPr/>
        </p:nvSpPr>
        <p:spPr>
          <a:xfrm>
            <a:off x="6263640" y="1188720"/>
            <a:ext cx="516636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96" name="TextBox 37895"/>
          <p:cNvSpPr txBox="1"/>
          <p:nvPr/>
        </p:nvSpPr>
        <p:spPr>
          <a:xfrm>
            <a:off x="6446520" y="1353312"/>
            <a:ext cx="4800600" cy="1682496"/>
          </a:xfrm>
          <a:prstGeom prst="rect">
            <a:avLst/>
          </a:prstGeom>
          <a:noFill/>
        </p:spPr>
        <p:txBody>
          <a:bodyPr wrap="square" lIns="0" tIns="0" rIns="0" bIns="0">
            <a:spAutoFit/>
          </a:bodyPr>
          <a:lstStyle/>
          <a:p>
            <a:pPr>
              <a:spcAft>
                <a:spcPts val="400"/>
              </a:spcAft>
              <a:defRPr sz="1500" b="1">
                <a:solidFill>
                  <a:srgbClr val="0F766E"/>
                </a:solidFill>
                <a:latin typeface="Calibri"/>
              </a:defRPr>
            </a:pPr>
            <a:r>
              <a:t>Test Case 2: Category Exploration</a:t>
            </a:r>
          </a:p>
          <a:p>
            <a:pPr>
              <a:spcAft>
                <a:spcPts val="600"/>
              </a:spcAft>
              <a:defRPr sz="1000" b="1">
                <a:solidFill>
                  <a:srgbClr val="0284C7"/>
                </a:solidFill>
                <a:latin typeface="Calibri"/>
              </a:defRPr>
            </a:pPr>
            <a:r>
              <a:t>VERIFIED RESULT</a:t>
            </a:r>
          </a:p>
          <a:p>
            <a:pPr>
              <a:spcAft>
                <a:spcPts val="400"/>
              </a:spcAft>
            </a:pPr>
            <a:r>
              <a:rPr sz="1100" b="1">
                <a:solidFill>
                  <a:srgbClr val="1E293B"/>
                </a:solidFill>
                <a:latin typeface="Calibri"/>
              </a:rPr>
              <a:t>• User Prompt: </a:t>
            </a:r>
            <a:r>
              <a:rPr sz="1100" b="0">
                <a:solidFill>
                  <a:srgbClr val="475569"/>
                </a:solidFill>
                <a:latin typeface="Calibri"/>
              </a:rPr>
              <a:t>'i need more hill stations'</a:t>
            </a:r>
          </a:p>
          <a:p>
            <a:pPr>
              <a:spcAft>
                <a:spcPts val="400"/>
              </a:spcAft>
            </a:pPr>
            <a:r>
              <a:rPr sz="1100" b="1">
                <a:solidFill>
                  <a:srgbClr val="1E293B"/>
                </a:solidFill>
                <a:latin typeface="Calibri"/>
              </a:rPr>
              <a:t>• Chatbot Response: </a:t>
            </a:r>
            <a:r>
              <a:rPr sz="1100" b="0">
                <a:solidFill>
                  <a:srgbClr val="475569"/>
                </a:solidFill>
                <a:latin typeface="Calibri"/>
              </a:rPr>
              <a:t>Curated 6-item guide (Manali, Ooty, Munnar, Shimla, Darjeeling, Coorg) with vibes, highlights, and Manali hero photo card.</a:t>
            </a:r>
          </a:p>
        </p:txBody>
      </p:sp>
      <p:sp>
        <p:nvSpPr>
          <p:cNvPr id="37897" name="Rounded Rectangle 37896"/>
          <p:cNvSpPr/>
          <p:nvPr/>
        </p:nvSpPr>
        <p:spPr>
          <a:xfrm>
            <a:off x="731520" y="3337560"/>
            <a:ext cx="516636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98" name="TextBox 37897"/>
          <p:cNvSpPr txBox="1"/>
          <p:nvPr/>
        </p:nvSpPr>
        <p:spPr>
          <a:xfrm>
            <a:off x="914400" y="3502152"/>
            <a:ext cx="4800600" cy="1682496"/>
          </a:xfrm>
          <a:prstGeom prst="rect">
            <a:avLst/>
          </a:prstGeom>
          <a:noFill/>
        </p:spPr>
        <p:txBody>
          <a:bodyPr wrap="square" lIns="0" tIns="0" rIns="0" bIns="0">
            <a:spAutoFit/>
          </a:bodyPr>
          <a:lstStyle/>
          <a:p>
            <a:pPr>
              <a:spcAft>
                <a:spcPts val="400"/>
              </a:spcAft>
              <a:defRPr sz="1500" b="1">
                <a:solidFill>
                  <a:srgbClr val="0F766E"/>
                </a:solidFill>
                <a:latin typeface="Calibri"/>
              </a:defRPr>
            </a:pPr>
            <a:r>
              <a:t>Test Case 3: Destination &amp; Food Showcase</a:t>
            </a:r>
          </a:p>
          <a:p>
            <a:pPr>
              <a:spcAft>
                <a:spcPts val="600"/>
              </a:spcAft>
              <a:defRPr sz="1000" b="1">
                <a:solidFill>
                  <a:srgbClr val="0284C7"/>
                </a:solidFill>
                <a:latin typeface="Calibri"/>
              </a:defRPr>
            </a:pPr>
            <a:r>
              <a:t>VERIFIED RESULT</a:t>
            </a:r>
          </a:p>
          <a:p>
            <a:pPr>
              <a:spcAft>
                <a:spcPts val="400"/>
              </a:spcAft>
            </a:pPr>
            <a:r>
              <a:rPr sz="1100" b="1">
                <a:solidFill>
                  <a:srgbClr val="1E293B"/>
                </a:solidFill>
                <a:latin typeface="Calibri"/>
              </a:rPr>
              <a:t>• User Prompt: </a:t>
            </a:r>
            <a:r>
              <a:rPr sz="1100" b="0">
                <a:solidFill>
                  <a:srgbClr val="475569"/>
                </a:solidFill>
                <a:latin typeface="Calibri"/>
              </a:rPr>
              <a:t>'Tell me about Hyderabad'</a:t>
            </a:r>
          </a:p>
          <a:p>
            <a:pPr>
              <a:spcAft>
                <a:spcPts val="400"/>
              </a:spcAft>
            </a:pPr>
            <a:r>
              <a:rPr sz="1100" b="1">
                <a:solidFill>
                  <a:srgbClr val="1E293B"/>
                </a:solidFill>
                <a:latin typeface="Calibri"/>
              </a:rPr>
              <a:t>• Chatbot Response: </a:t>
            </a:r>
            <a:r>
              <a:rPr sz="1100" b="0">
                <a:solidFill>
                  <a:srgbClr val="475569"/>
                </a:solidFill>
                <a:latin typeface="Calibri"/>
              </a:rPr>
              <a:t>High-res hero photo banner, Charminar &amp; Golconda Fort timings, and famous food cards (Hyderabadi Dum Biryani, Irani Chai with famous spots).</a:t>
            </a:r>
          </a:p>
        </p:txBody>
      </p:sp>
      <p:sp>
        <p:nvSpPr>
          <p:cNvPr id="37899" name="Rounded Rectangle 37898"/>
          <p:cNvSpPr/>
          <p:nvPr/>
        </p:nvSpPr>
        <p:spPr>
          <a:xfrm>
            <a:off x="6263640" y="3337560"/>
            <a:ext cx="516636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00" name="TextBox 37899"/>
          <p:cNvSpPr txBox="1"/>
          <p:nvPr/>
        </p:nvSpPr>
        <p:spPr>
          <a:xfrm>
            <a:off x="6446520" y="3502152"/>
            <a:ext cx="4800600" cy="1682496"/>
          </a:xfrm>
          <a:prstGeom prst="rect">
            <a:avLst/>
          </a:prstGeom>
          <a:noFill/>
        </p:spPr>
        <p:txBody>
          <a:bodyPr wrap="square" lIns="0" tIns="0" rIns="0" bIns="0">
            <a:spAutoFit/>
          </a:bodyPr>
          <a:lstStyle/>
          <a:p>
            <a:pPr>
              <a:spcAft>
                <a:spcPts val="400"/>
              </a:spcAft>
              <a:defRPr sz="1500" b="1">
                <a:solidFill>
                  <a:srgbClr val="0F766E"/>
                </a:solidFill>
                <a:latin typeface="Calibri"/>
              </a:defRPr>
            </a:pPr>
            <a:r>
              <a:t>Test Case 4: Budget-Tailored Itinerary</a:t>
            </a:r>
          </a:p>
          <a:p>
            <a:pPr>
              <a:spcAft>
                <a:spcPts val="600"/>
              </a:spcAft>
              <a:defRPr sz="1000" b="1">
                <a:solidFill>
                  <a:srgbClr val="0284C7"/>
                </a:solidFill>
                <a:latin typeface="Calibri"/>
              </a:defRPr>
            </a:pPr>
            <a:r>
              <a:t>VERIFIED RESULT</a:t>
            </a:r>
          </a:p>
          <a:p>
            <a:pPr>
              <a:spcAft>
                <a:spcPts val="400"/>
              </a:spcAft>
            </a:pPr>
            <a:r>
              <a:rPr sz="1100" b="1">
                <a:solidFill>
                  <a:srgbClr val="1E293B"/>
                </a:solidFill>
                <a:latin typeface="Calibri"/>
              </a:rPr>
              <a:t>• User Prompt: </a:t>
            </a:r>
            <a:r>
              <a:rPr sz="1100" b="0">
                <a:solidFill>
                  <a:srgbClr val="475569"/>
                </a:solidFill>
                <a:latin typeface="Calibri"/>
              </a:rPr>
              <a:t>'Plan a 3-day trip to Bengaluru under Rs 10,000'</a:t>
            </a:r>
          </a:p>
          <a:p>
            <a:pPr>
              <a:spcAft>
                <a:spcPts val="400"/>
              </a:spcAft>
            </a:pPr>
            <a:r>
              <a:rPr sz="1100" b="1">
                <a:solidFill>
                  <a:srgbClr val="1E293B"/>
                </a:solidFill>
                <a:latin typeface="Calibri"/>
              </a:rPr>
              <a:t>• Chatbot Response: </a:t>
            </a:r>
            <a:r>
              <a:rPr sz="1100" b="0">
                <a:solidFill>
                  <a:srgbClr val="475569"/>
                </a:solidFill>
                <a:latin typeface="Calibri"/>
              </a:rPr>
              <a:t>Day-by-day morning, afternoon, and evening timeline with daily estimated cost breakdown, print button, and confetti animation.</a:t>
            </a:r>
          </a:p>
        </p:txBody>
      </p:sp>
      <p:sp>
        <p:nvSpPr>
          <p:cNvPr id="37901" name="Rounded Rectangle 37900"/>
          <p:cNvSpPr/>
          <p:nvPr/>
        </p:nvSpPr>
        <p:spPr>
          <a:xfrm>
            <a:off x="731520" y="5486400"/>
            <a:ext cx="10698480" cy="1143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02" name="TextBox 37901"/>
          <p:cNvSpPr txBox="1"/>
          <p:nvPr/>
        </p:nvSpPr>
        <p:spPr>
          <a:xfrm>
            <a:off x="914400" y="5650992"/>
            <a:ext cx="10332720" cy="813816"/>
          </a:xfrm>
          <a:prstGeom prst="rect">
            <a:avLst/>
          </a:prstGeom>
          <a:noFill/>
        </p:spPr>
        <p:txBody>
          <a:bodyPr wrap="square" lIns="0" tIns="0" rIns="0" bIns="0">
            <a:spAutoFit/>
          </a:bodyPr>
          <a:lstStyle/>
          <a:p>
            <a:pPr>
              <a:spcAft>
                <a:spcPts val="400"/>
              </a:spcAft>
              <a:defRPr sz="1500" b="1">
                <a:solidFill>
                  <a:srgbClr val="0F766E"/>
                </a:solidFill>
                <a:latin typeface="Calibri"/>
              </a:defRPr>
            </a:pPr>
            <a:r>
              <a:t>Key Live Features</a:t>
            </a:r>
          </a:p>
          <a:p>
            <a:pPr>
              <a:spcAft>
                <a:spcPts val="600"/>
              </a:spcAft>
              <a:defRPr sz="1000" b="1">
                <a:solidFill>
                  <a:srgbClr val="0284C7"/>
                </a:solidFill>
                <a:latin typeface="Calibri"/>
              </a:defRPr>
            </a:pPr>
            <a:r>
              <a:t>SYSTEM HIGHLIGHTS</a:t>
            </a:r>
          </a:p>
          <a:p>
            <a:pPr>
              <a:spcAft>
                <a:spcPts val="400"/>
              </a:spcAft>
            </a:pPr>
            <a:r>
              <a:rPr sz="1100" b="1">
                <a:solidFill>
                  <a:srgbClr val="1E293B"/>
                </a:solidFill>
                <a:latin typeface="Calibri"/>
              </a:rPr>
              <a:t>• Multimodal AI Voice Readout: </a:t>
            </a:r>
            <a:r>
              <a:rPr sz="1100" b="0">
                <a:solidFill>
                  <a:srgbClr val="475569"/>
                </a:solidFill>
                <a:latin typeface="Calibri"/>
              </a:rPr>
              <a:t>Browser Text-to-Speech automatically narrates answers aloud with dedicated 'Read Aloud' and 'Stop' controls on every bubble.</a:t>
            </a:r>
          </a:p>
          <a:p>
            <a:pPr>
              <a:spcAft>
                <a:spcPts val="400"/>
              </a:spcAft>
            </a:pPr>
            <a:r>
              <a:rPr sz="1100" b="1">
                <a:solidFill>
                  <a:srgbClr val="1E293B"/>
                </a:solidFill>
                <a:latin typeface="Calibri"/>
              </a:rPr>
              <a:t>• ChatGPT Interface &amp; Chat History: </a:t>
            </a:r>
            <a:r>
              <a:rPr sz="1100" b="0">
                <a:solidFill>
                  <a:srgbClr val="475569"/>
                </a:solidFill>
                <a:latin typeface="Calibri"/>
              </a:rPr>
              <a:t>Clean dark sidebar storing persistent chat sessions in `localStorage` with auto-titling, session switching, and deletion.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29EDA3-A09B-7EDD-1BBA-7A2616A05C99}"/>
              </a:ext>
            </a:extLst>
          </p:cNvPr>
          <p:cNvSpPr>
            <a:spLocks noGrp="1"/>
          </p:cNvSpPr>
          <p:nvPr>
            <p:ph type="sldNum" sz="quarter" idx="12"/>
          </p:nvPr>
        </p:nvSpPr>
        <p:spPr/>
        <p:txBody>
          <a:bodyPr/>
          <a:lstStyle/>
          <a:p>
            <a:pPr>
              <a:defRPr/>
            </a:pPr>
            <a:fld id="{495F3344-64A9-4831-AA3E-3637F77D26D1}" type="slidenum">
              <a:rPr lang="en-IN" smtClean="0"/>
              <a:pPr>
                <a:defRPr/>
              </a:pPr>
              <a:t>11</a:t>
            </a:fld>
            <a:endParaRPr lang="en-IN"/>
          </a:p>
        </p:txBody>
      </p:sp>
      <p:sp>
        <p:nvSpPr>
          <p:cNvPr id="2" name="Rectangle 1">
            <a:extLst>
              <a:ext uri="{FF2B5EF4-FFF2-40B4-BE49-F238E27FC236}">
                <a16:creationId xmlns:a16="http://schemas.microsoft.com/office/drawing/2014/main" id="{5CA00C44-4F0B-0687-6FDA-AAD86BE9F490}"/>
              </a:ext>
            </a:extLst>
          </p:cNvPr>
          <p:cNvSpPr/>
          <p:nvPr/>
        </p:nvSpPr>
        <p:spPr>
          <a:xfrm>
            <a:off x="2153165" y="3983002"/>
            <a:ext cx="7885669" cy="1207167"/>
          </a:xfrm>
          <a:prstGeom prst="rect">
            <a:avLst/>
          </a:prstGeom>
        </p:spPr>
        <p:txBody>
          <a:bodyPr lIns="36349" tIns="18175" rIns="36349" bIns="18175" anchor="ctr">
            <a:normAutofit/>
          </a:bodyPr>
          <a:lstStyle/>
          <a:p>
            <a:pPr>
              <a:defRPr sz="2200" b="1">
                <a:solidFill>
                  <a:srgbClr val="10A37F"/>
                </a:solidFill>
                <a:latin typeface="Calibri"/>
              </a:defRPr>
            </a:pPr>
            <a:r>
              <a:t>AI Travel Assistant Chatbot</a:t>
            </a:r>
          </a:p>
          <a:p>
            <a:pPr>
              <a:spcAft>
                <a:spcPts val="1200"/>
              </a:spcAft>
              <a:defRPr sz="4000" b="1">
                <a:solidFill>
                  <a:srgbClr val="0F172A"/>
                </a:solidFill>
                <a:latin typeface="Calibri"/>
              </a:defRPr>
            </a:pPr>
            <a:r>
              <a:t>THANK YOU!</a:t>
            </a:r>
          </a:p>
          <a:p>
            <a:pPr>
              <a:defRPr sz="1400">
                <a:solidFill>
                  <a:srgbClr val="64748B"/>
                </a:solidFill>
                <a:latin typeface="Calibri"/>
              </a:defRPr>
            </a:pPr>
            <a:r>
              <a:t>Department of Computer Science &amp; Engineering — Aditya University</a:t>
            </a:r>
          </a:p>
          <a:p>
            <a:pPr>
              <a:spcAft>
                <a:spcPts val="1400"/>
              </a:spcAft>
              <a:defRPr sz="1300" b="1">
                <a:solidFill>
                  <a:srgbClr val="1E293B"/>
                </a:solidFill>
                <a:latin typeface="Calibri"/>
              </a:defRPr>
            </a:pPr>
            <a:r>
              <a:t>Team: N. Bhavya Sri (24B11CS320)  |  T. Lavanya (24B11CS207)  |  S. Sri Hasini (25B21CS029)</a:t>
            </a:r>
          </a:p>
          <a:p>
            <a:pPr>
              <a:defRPr sz="1800" b="1">
                <a:solidFill>
                  <a:srgbClr val="0284C7"/>
                </a:solidFill>
                <a:latin typeface="Calibri"/>
              </a:defRPr>
            </a:pPr>
            <a:r>
              <a:t>Questions &amp; Discussion Welcome</a:t>
            </a:r>
          </a:p>
        </p:txBody>
      </p:sp>
      <p:pic>
        <p:nvPicPr>
          <p:cNvPr id="39940" name="Picture 6" descr="Kulanz kann dauerhaft zur Zahlung verpflichten » AGENTIN">
            <a:extLst>
              <a:ext uri="{FF2B5EF4-FFF2-40B4-BE49-F238E27FC236}">
                <a16:creationId xmlns:a16="http://schemas.microsoft.com/office/drawing/2014/main" id="{758EF506-4749-58E7-CFE4-76E7751E2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1979"/>
          <a:stretch>
            <a:fillRect/>
          </a:stretch>
        </p:blipFill>
        <p:spPr bwMode="auto">
          <a:xfrm>
            <a:off x="3794125" y="1668463"/>
            <a:ext cx="460375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Project Conclusion</a:t>
            </a:r>
          </a:p>
          <a:p>
            <a:pPr>
              <a:spcAft>
                <a:spcPts val="600"/>
              </a:spcAft>
              <a:defRPr sz="1000" b="1">
                <a:solidFill>
                  <a:srgbClr val="0284C7"/>
                </a:solidFill>
                <a:latin typeface="Calibri"/>
              </a:defRPr>
            </a:pPr>
            <a:r>
              <a:t>ACHIEVEMENTS</a:t>
            </a:r>
          </a:p>
          <a:p>
            <a:pPr>
              <a:spcAft>
                <a:spcPts val="400"/>
              </a:spcAft>
            </a:pPr>
            <a:r>
              <a:rPr sz="1100" b="1">
                <a:solidFill>
                  <a:srgbClr val="1E293B"/>
                </a:solidFill>
                <a:latin typeface="Calibri"/>
              </a:rPr>
              <a:t>• Project Achievements: </a:t>
            </a:r>
            <a:r>
              <a:rPr sz="1100" b="0">
                <a:solidFill>
                  <a:srgbClr val="475569"/>
                </a:solidFill>
                <a:latin typeface="Calibri"/>
              </a:rPr>
              <a:t>Successfully engineered an end-to-end AI Travel Assistant chatbot combining classical NLP (NLTK) with state-of-the-art Generative AI (Google Gemini).</a:t>
            </a:r>
          </a:p>
          <a:p>
            <a:pPr>
              <a:spcAft>
                <a:spcPts val="400"/>
              </a:spcAft>
            </a:pPr>
            <a:r>
              <a:rPr sz="1100" b="1">
                <a:solidFill>
                  <a:srgbClr val="1E293B"/>
                </a:solidFill>
                <a:latin typeface="Calibri"/>
              </a:rPr>
              <a:t>• Eliminated Canned Answers: </a:t>
            </a:r>
            <a:r>
              <a:rPr sz="1100" b="0">
                <a:solidFill>
                  <a:srgbClr val="475569"/>
                </a:solidFill>
                <a:latin typeface="Calibri"/>
              </a:rPr>
              <a:t>Overcame the rigid limitations of older bots; dynamically answers arbitrary travel queries, greetings, and destination requests.</a:t>
            </a:r>
          </a:p>
          <a:p>
            <a:pPr>
              <a:spcAft>
                <a:spcPts val="400"/>
              </a:spcAft>
            </a:pPr>
            <a:r>
              <a:rPr sz="1100" b="1">
                <a:solidFill>
                  <a:srgbClr val="1E293B"/>
                </a:solidFill>
                <a:latin typeface="Calibri"/>
              </a:rPr>
              <a:t>• Rich Visuals &amp; Food Guides: </a:t>
            </a:r>
            <a:r>
              <a:rPr sz="1100" b="0">
                <a:solidFill>
                  <a:srgbClr val="475569"/>
                </a:solidFill>
                <a:latin typeface="Calibri"/>
              </a:rPr>
              <a:t>Merges text recommendations with high-res photography, local food guides, day-wise itineraries, and real-time voice readout (Text-to-Speech).</a:t>
            </a:r>
          </a:p>
          <a:p>
            <a:pPr>
              <a:spcAft>
                <a:spcPts val="400"/>
              </a:spcAft>
            </a:pPr>
            <a:r>
              <a:rPr sz="1100" b="1">
                <a:solidFill>
                  <a:srgbClr val="1E293B"/>
                </a:solidFill>
                <a:latin typeface="Calibri"/>
              </a:rPr>
              <a:t>• 1-Click Local Execution: </a:t>
            </a:r>
            <a:r>
              <a:rPr sz="1100" b="0">
                <a:solidFill>
                  <a:srgbClr val="475569"/>
                </a:solidFill>
                <a:latin typeface="Calibri"/>
              </a:rPr>
              <a:t>Packaged with `run.bat` for instant launch on localhost, featuring persistent chat history in browser `localStorage`.</a:t>
            </a:r>
          </a:p>
        </p:txBody>
      </p:sp>
      <p:sp>
        <p:nvSpPr>
          <p:cNvPr id="4" name="Rounded Rectangle 3"/>
          <p:cNvSpPr/>
          <p:nvPr/>
        </p:nvSpPr>
        <p:spPr>
          <a:xfrm>
            <a:off x="6263640" y="1188720"/>
            <a:ext cx="5166360"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46520" y="1353312"/>
            <a:ext cx="4800600" cy="4700016"/>
          </a:xfrm>
          <a:prstGeom prst="rect">
            <a:avLst/>
          </a:prstGeom>
          <a:noFill/>
        </p:spPr>
        <p:txBody>
          <a:bodyPr wrap="square" lIns="0" tIns="0" rIns="0" bIns="0">
            <a:spAutoFit/>
          </a:bodyPr>
          <a:lstStyle/>
          <a:p>
            <a:pPr>
              <a:spcAft>
                <a:spcPts val="400"/>
              </a:spcAft>
              <a:defRPr sz="1500" b="1">
                <a:solidFill>
                  <a:srgbClr val="0F766E"/>
                </a:solidFill>
                <a:latin typeface="Calibri"/>
              </a:defRPr>
            </a:pPr>
            <a:r>
              <a:t>Future Scope &amp; Roadmap</a:t>
            </a:r>
          </a:p>
          <a:p>
            <a:pPr>
              <a:spcAft>
                <a:spcPts val="600"/>
              </a:spcAft>
              <a:defRPr sz="1000" b="1">
                <a:solidFill>
                  <a:srgbClr val="0284C7"/>
                </a:solidFill>
                <a:latin typeface="Calibri"/>
              </a:defRPr>
            </a:pPr>
            <a:r>
              <a:t>NEXT STEPS</a:t>
            </a:r>
          </a:p>
          <a:p>
            <a:pPr>
              <a:spcAft>
                <a:spcPts val="400"/>
              </a:spcAft>
            </a:pPr>
            <a:r>
              <a:rPr sz="1100" b="1">
                <a:solidFill>
                  <a:srgbClr val="1E293B"/>
                </a:solidFill>
                <a:latin typeface="Calibri"/>
              </a:rPr>
              <a:t>• Live Booking APIs: </a:t>
            </a:r>
            <a:r>
              <a:rPr sz="1100" b="0">
                <a:solidFill>
                  <a:srgbClr val="475569"/>
                </a:solidFill>
                <a:latin typeface="Calibri"/>
              </a:rPr>
              <a:t>Direct integration with flight, hotel, and train booking APIs (MakeMyTrip, Skyscanner, IRCTC).</a:t>
            </a:r>
          </a:p>
          <a:p>
            <a:pPr>
              <a:spcAft>
                <a:spcPts val="400"/>
              </a:spcAft>
            </a:pPr>
            <a:r>
              <a:rPr sz="1100" b="1">
                <a:solidFill>
                  <a:srgbClr val="1E293B"/>
                </a:solidFill>
                <a:latin typeface="Calibri"/>
              </a:rPr>
              <a:t>• Multilingual Voice Support: </a:t>
            </a:r>
            <a:r>
              <a:rPr sz="1100" b="0">
                <a:solidFill>
                  <a:srgbClr val="475569"/>
                </a:solidFill>
                <a:latin typeface="Calibri"/>
              </a:rPr>
              <a:t>Adding Indian regional languages (Hindi, Telugu, Tamil) for broader domestic accessibility.</a:t>
            </a:r>
          </a:p>
          <a:p>
            <a:pPr>
              <a:spcAft>
                <a:spcPts val="400"/>
              </a:spcAft>
            </a:pPr>
            <a:r>
              <a:rPr sz="1100" b="1">
                <a:solidFill>
                  <a:srgbClr val="1E293B"/>
                </a:solidFill>
                <a:latin typeface="Calibri"/>
              </a:rPr>
              <a:t>• Interactive Google Maps: </a:t>
            </a:r>
            <a:r>
              <a:rPr sz="1100" b="0">
                <a:solidFill>
                  <a:srgbClr val="475569"/>
                </a:solidFill>
                <a:latin typeface="Calibri"/>
              </a:rPr>
              <a:t>Live interactive route visualization and walking directions between attractions.</a:t>
            </a:r>
          </a:p>
          <a:p>
            <a:pPr>
              <a:spcAft>
                <a:spcPts val="400"/>
              </a:spcAft>
            </a:pPr>
            <a:r>
              <a:rPr sz="1100" b="1">
                <a:solidFill>
                  <a:srgbClr val="1E293B"/>
                </a:solidFill>
                <a:latin typeface="Calibri"/>
              </a:rPr>
              <a:t>• Exportable PDF Brochures: </a:t>
            </a:r>
            <a:r>
              <a:rPr sz="1100" b="0">
                <a:solidFill>
                  <a:srgbClr val="475569"/>
                </a:solidFill>
                <a:latin typeface="Calibri"/>
              </a:rPr>
              <a:t>1-click generation of offline travel itineraries and food checklists as PDF downloads.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33439</TotalTime>
  <Words>230</Words>
  <Application>Microsoft Office PowerPoint</Application>
  <PresentationFormat>Widescreen</PresentationFormat>
  <Paragraphs>71</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DejaVu Sans</vt:lpstr>
      <vt:lpstr>Wingdings</vt:lpstr>
      <vt:lpstr>Calibri</vt:lpstr>
      <vt:lpstr>Times New Roman</vt:lpstr>
      <vt:lpstr>Aptos</vt:lpstr>
      <vt:lpstr>Tw Cen MT</vt:lpstr>
      <vt:lpstr>Office Theme</vt:lpstr>
      <vt:lpstr>PowerPoint Presentation</vt:lpstr>
      <vt:lpstr>CONTENTS</vt:lpstr>
      <vt:lpstr>Introduction </vt:lpstr>
      <vt:lpstr>Problem Definition</vt:lpstr>
      <vt:lpstr>Proposed Solution</vt:lpstr>
      <vt:lpstr>Data Used</vt:lpstr>
      <vt:lpstr>Modules</vt:lpstr>
      <vt:lpstr>NLP / ML Algorithm</vt:lpstr>
      <vt:lpstr>NLP / ML Algorithm</vt:lpstr>
      <vt:lpstr>Output/Result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dc:title>
  <dc:subject/>
  <dc:creator>Administrator</dc:creator>
  <dc:description/>
  <cp:lastModifiedBy>24B11CS320</cp:lastModifiedBy>
  <cp:revision>454</cp:revision>
  <dcterms:created xsi:type="dcterms:W3CDTF">2006-08-16T00:00:00Z</dcterms:created>
  <dcterms:modified xsi:type="dcterms:W3CDTF">2026-09-30T02:25:50Z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118</vt:i4>
  </property>
</Properties>
</file>